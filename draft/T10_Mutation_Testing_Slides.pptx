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" charset="1" panose="00000500000000000000"/>
      <p:regular r:id="rId20"/>
    </p:embeddedFont>
    <p:embeddedFont>
      <p:font typeface="Montserrat Heavy" charset="1" panose="00000A00000000000000"/>
      <p:regular r:id="rId21"/>
    </p:embeddedFont>
    <p:embeddedFont>
      <p:font typeface="Sigmar One" charset="1" panose="00000500000000000000"/>
      <p:regular r:id="rId22"/>
    </p:embeddedFont>
    <p:embeddedFont>
      <p:font typeface="Montserrat Bold" charset="1" panose="00000800000000000000"/>
      <p:regular r:id="rId26"/>
    </p:embeddedFont>
    <p:embeddedFont>
      <p:font typeface="Montserrat Italics" charset="1" panose="000005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Masters/notesMaster1.xml" Type="http://schemas.openxmlformats.org/officeDocument/2006/relationships/notesMaster"/><Relationship Id="rId24" Target="theme/theme2.xml" Type="http://schemas.openxmlformats.org/officeDocument/2006/relationships/theme"/><Relationship Id="rId25" Target="notesSlides/notesSlide1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notesSlides/notesSlide7.xml" Type="http://schemas.openxmlformats.org/officeDocument/2006/relationships/notesSlide"/><Relationship Id="rId33" Target="notesSlides/notesSlide8.xml" Type="http://schemas.openxmlformats.org/officeDocument/2006/relationships/notesSlide"/><Relationship Id="rId34" Target="notesSlides/notesSlide9.xml" Type="http://schemas.openxmlformats.org/officeDocument/2006/relationships/notesSlide"/><Relationship Id="rId35" Target="notesSlides/notesSlide10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[object Object]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[object Object]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[object Object]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[object Object]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[object Object]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[object Object]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[object Object]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[object Object]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[object Object]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[object Object]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[object Object]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[object Object]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3600643" y="-4304020"/>
            <a:ext cx="11435122" cy="18895041"/>
          </a:xfrm>
          <a:custGeom>
            <a:avLst/>
            <a:gdLst/>
            <a:ahLst/>
            <a:cxnLst/>
            <a:rect r="r" b="b" t="t" l="l"/>
            <a:pathLst>
              <a:path h="18895041" w="11435122">
                <a:moveTo>
                  <a:pt x="11435122" y="0"/>
                </a:moveTo>
                <a:lnTo>
                  <a:pt x="11435122" y="18895040"/>
                </a:lnTo>
                <a:lnTo>
                  <a:pt x="0" y="18895040"/>
                </a:lnTo>
                <a:lnTo>
                  <a:pt x="0" y="0"/>
                </a:lnTo>
                <a:lnTo>
                  <a:pt x="11435122" y="0"/>
                </a:lnTo>
                <a:close/>
              </a:path>
            </a:pathLst>
          </a:custGeom>
          <a:blipFill>
            <a:blip r:embed="rId2"/>
            <a:stretch>
              <a:fillRect l="0" t="-3964" r="0" b="-35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28633" y="6423123"/>
            <a:ext cx="11218114" cy="3863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4744" spc="322">
                <a:solidFill>
                  <a:srgbClr val="2E2C2B"/>
                </a:solidFill>
                <a:latin typeface="Montserrat"/>
                <a:ea typeface="Montserrat"/>
                <a:cs typeface="Montserrat"/>
                <a:sym typeface="Montserrat"/>
              </a:rPr>
              <a:t>23120255 - Lê Tấn Hiệp</a:t>
            </a:r>
          </a:p>
          <a:p>
            <a:pPr algn="l">
              <a:lnSpc>
                <a:spcPts val="8159"/>
              </a:lnSpc>
            </a:pPr>
            <a:r>
              <a:rPr lang="en-US" sz="4744" spc="322">
                <a:solidFill>
                  <a:srgbClr val="2E2C2B"/>
                </a:solidFill>
                <a:latin typeface="Montserrat"/>
                <a:ea typeface="Montserrat"/>
                <a:cs typeface="Montserrat"/>
                <a:sym typeface="Montserrat"/>
              </a:rPr>
              <a:t>23120262 - Tống Dương Thái Hòa</a:t>
            </a:r>
          </a:p>
          <a:p>
            <a:pPr algn="l">
              <a:lnSpc>
                <a:spcPts val="8159"/>
              </a:lnSpc>
            </a:pPr>
            <a:r>
              <a:rPr lang="en-US" sz="4744" spc="322">
                <a:solidFill>
                  <a:srgbClr val="2E2C2B"/>
                </a:solidFill>
                <a:latin typeface="Montserrat"/>
                <a:ea typeface="Montserrat"/>
                <a:cs typeface="Montserrat"/>
                <a:sym typeface="Montserrat"/>
              </a:rPr>
              <a:t>23120264 - Nguyễn Phúc Hoàng</a:t>
            </a:r>
          </a:p>
          <a:p>
            <a:pPr algn="l">
              <a:lnSpc>
                <a:spcPts val="521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661655" y="2088171"/>
            <a:ext cx="9313098" cy="3861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3"/>
              </a:lnSpc>
            </a:pPr>
            <a:r>
              <a:rPr lang="en-US" b="true" sz="7359" spc="-147">
                <a:solidFill>
                  <a:srgbClr val="2E2C2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Mutation Testing </a:t>
            </a:r>
          </a:p>
          <a:p>
            <a:pPr algn="ctr">
              <a:lnSpc>
                <a:spcPts val="10303"/>
              </a:lnSpc>
            </a:pPr>
            <a:r>
              <a:rPr lang="en-US" b="true" sz="7359" spc="-147">
                <a:solidFill>
                  <a:srgbClr val="2E2C2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and </a:t>
            </a:r>
          </a:p>
          <a:p>
            <a:pPr algn="ctr">
              <a:lnSpc>
                <a:spcPts val="10303"/>
              </a:lnSpc>
            </a:pPr>
            <a:r>
              <a:rPr lang="en-US" b="true" sz="7359" spc="-147">
                <a:solidFill>
                  <a:srgbClr val="2E2C2B"/>
                </a:solidFill>
                <a:latin typeface="Montserrat Heavy"/>
                <a:ea typeface="Montserrat Heavy"/>
                <a:cs typeface="Montserrat Heavy"/>
                <a:sym typeface="Montserrat Heavy"/>
              </a:rPr>
              <a:t>Test Effectiveness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63533" y="381000"/>
            <a:ext cx="5560933" cy="1359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76"/>
              </a:lnSpc>
              <a:spcBef>
                <a:spcPct val="0"/>
              </a:spcBef>
            </a:pPr>
            <a:r>
              <a:rPr lang="en-US" sz="8799">
                <a:solidFill>
                  <a:srgbClr val="2E2C2B"/>
                </a:solidFill>
                <a:latin typeface="Sigmar One"/>
                <a:ea typeface="Sigmar One"/>
                <a:cs typeface="Sigmar One"/>
                <a:sym typeface="Sigmar One"/>
              </a:rPr>
              <a:t>Seminar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1920"/>
            <a:chOff x="0" y="0"/>
            <a:chExt cx="24408790" cy="162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62560"/>
            </a:xfrm>
            <a:custGeom>
              <a:avLst/>
              <a:gdLst/>
              <a:ahLst/>
              <a:cxnLst/>
              <a:rect r="r" b="b" t="t" l="l"/>
              <a:pathLst>
                <a:path h="16256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543012" cy="121920"/>
            <a:chOff x="0" y="0"/>
            <a:chExt cx="2057349" cy="162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57400" cy="162560"/>
            </a:xfrm>
            <a:custGeom>
              <a:avLst/>
              <a:gdLst/>
              <a:ahLst/>
              <a:cxnLst/>
              <a:rect r="r" b="b" t="t" l="l"/>
              <a:pathLst>
                <a:path h="162560" w="2057400">
                  <a:moveTo>
                    <a:pt x="0" y="0"/>
                  </a:moveTo>
                  <a:lnTo>
                    <a:pt x="2057400" y="0"/>
                  </a:lnTo>
                  <a:lnTo>
                    <a:pt x="2057400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8299" y="566547"/>
            <a:ext cx="197358" cy="197358"/>
            <a:chOff x="0" y="0"/>
            <a:chExt cx="263144" cy="263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cubicBezTo>
                    <a:pt x="204216" y="0"/>
                    <a:pt x="263144" y="58928"/>
                    <a:pt x="263144" y="131572"/>
                  </a:cubicBezTo>
                  <a:cubicBezTo>
                    <a:pt x="263144" y="204216"/>
                    <a:pt x="204216" y="263144"/>
                    <a:pt x="131572" y="263144"/>
                  </a:cubicBezTo>
                  <a:cubicBezTo>
                    <a:pt x="58928" y="263144"/>
                    <a:pt x="0" y="204216"/>
                    <a:pt x="0" y="131572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9576" y="466344"/>
            <a:ext cx="13441680" cy="354635"/>
            <a:chOff x="0" y="0"/>
            <a:chExt cx="17922240" cy="47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22239" cy="472846"/>
            </a:xfrm>
            <a:custGeom>
              <a:avLst/>
              <a:gdLst/>
              <a:ahLst/>
              <a:cxnLst/>
              <a:rect r="r" b="b" t="t" l="l"/>
              <a:pathLst>
                <a:path h="472846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72846"/>
                  </a:lnTo>
                  <a:lnTo>
                    <a:pt x="0" y="47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193" r="0" b="-6868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922240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b="true" sz="1800" spc="165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T10  /  THE QUESTION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256" y="1083564"/>
            <a:ext cx="16527780" cy="1194816"/>
            <a:chOff x="0" y="0"/>
            <a:chExt cx="22037040" cy="15930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37039" cy="1593088"/>
            </a:xfrm>
            <a:custGeom>
              <a:avLst/>
              <a:gdLst/>
              <a:ahLst/>
              <a:cxnLst/>
              <a:rect r="r" b="b" t="t" l="l"/>
              <a:pathLst>
                <a:path h="1593088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593088"/>
                  </a:lnTo>
                  <a:lnTo>
                    <a:pt x="0" y="15930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598" r="0" b="-21947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2037040" cy="16121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416"/>
                </a:lnSpc>
              </a:pPr>
              <a:r>
                <a:rPr lang="en-US" b="true" sz="60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All tests passed. So... no bugs?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3960">
            <a:off x="895721" y="9569006"/>
            <a:ext cx="16450828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918972" y="9738360"/>
            <a:ext cx="13304520" cy="281803"/>
            <a:chOff x="0" y="0"/>
            <a:chExt cx="17739360" cy="3757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739361" cy="375737"/>
            </a:xfrm>
            <a:custGeom>
              <a:avLst/>
              <a:gdLst/>
              <a:ahLst/>
              <a:cxnLst/>
              <a:rect r="r" b="b" t="t" l="l"/>
              <a:pathLst>
                <a:path h="375737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375737"/>
                  </a:lnTo>
                  <a:lnTo>
                    <a:pt x="0" y="375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3691" r="0" b="-86616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7739360" cy="38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9"/>
                </a:lnSpc>
              </a:pPr>
              <a:r>
                <a:rPr lang="en-US" b="true" sz="1439" spc="105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MUTATION TESTING - ESHOP CASE STUDY - GROUP 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047720" y="9738360"/>
            <a:ext cx="1261872" cy="306734"/>
            <a:chOff x="0" y="0"/>
            <a:chExt cx="1682496" cy="4089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82496" cy="408978"/>
            </a:xfrm>
            <a:custGeom>
              <a:avLst/>
              <a:gdLst/>
              <a:ahLst/>
              <a:cxnLst/>
              <a:rect r="r" b="b" t="t" l="l"/>
              <a:pathLst>
                <a:path h="408978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408978"/>
                  </a:lnTo>
                  <a:lnTo>
                    <a:pt x="0" y="4089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79" r="0" b="-2264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682496" cy="418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6"/>
                </a:lnSpc>
              </a:pPr>
              <a:r>
                <a:rPr lang="en-US" sz="157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01 / 12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96684" y="2652331"/>
            <a:ext cx="9892665" cy="6491097"/>
            <a:chOff x="0" y="0"/>
            <a:chExt cx="13190220" cy="86547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190220" cy="8654796"/>
            </a:xfrm>
            <a:custGeom>
              <a:avLst/>
              <a:gdLst/>
              <a:ahLst/>
              <a:cxnLst/>
              <a:rect r="r" b="b" t="t" l="l"/>
              <a:pathLst>
                <a:path h="8654796" w="13190220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12970256" y="0"/>
                  </a:lnTo>
                  <a:cubicBezTo>
                    <a:pt x="13091795" y="0"/>
                    <a:pt x="13190220" y="98552"/>
                    <a:pt x="13190220" y="219964"/>
                  </a:cubicBezTo>
                  <a:lnTo>
                    <a:pt x="13190220" y="8434832"/>
                  </a:lnTo>
                  <a:cubicBezTo>
                    <a:pt x="13190220" y="8556371"/>
                    <a:pt x="13091669" y="8654796"/>
                    <a:pt x="12970256" y="8654796"/>
                  </a:cubicBezTo>
                  <a:lnTo>
                    <a:pt x="219964" y="8654796"/>
                  </a:lnTo>
                  <a:cubicBezTo>
                    <a:pt x="98552" y="8654796"/>
                    <a:pt x="0" y="8556244"/>
                    <a:pt x="0" y="8434832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79779" y="3007995"/>
            <a:ext cx="2913126" cy="595122"/>
            <a:chOff x="0" y="0"/>
            <a:chExt cx="3884168" cy="7934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84168" cy="793496"/>
            </a:xfrm>
            <a:custGeom>
              <a:avLst/>
              <a:gdLst/>
              <a:ahLst/>
              <a:cxnLst/>
              <a:rect r="r" b="b" t="t" l="l"/>
              <a:pathLst>
                <a:path h="793496" w="3884168">
                  <a:moveTo>
                    <a:pt x="0" y="226695"/>
                  </a:moveTo>
                  <a:cubicBezTo>
                    <a:pt x="0" y="101473"/>
                    <a:pt x="101473" y="0"/>
                    <a:pt x="226695" y="0"/>
                  </a:cubicBezTo>
                  <a:lnTo>
                    <a:pt x="3657473" y="0"/>
                  </a:lnTo>
                  <a:cubicBezTo>
                    <a:pt x="3782695" y="0"/>
                    <a:pt x="3884168" y="101473"/>
                    <a:pt x="3884168" y="226695"/>
                  </a:cubicBezTo>
                  <a:lnTo>
                    <a:pt x="3884168" y="566801"/>
                  </a:lnTo>
                  <a:cubicBezTo>
                    <a:pt x="3884168" y="692023"/>
                    <a:pt x="3782695" y="793496"/>
                    <a:pt x="3657473" y="793496"/>
                  </a:cubicBezTo>
                  <a:lnTo>
                    <a:pt x="226695" y="793496"/>
                  </a:lnTo>
                  <a:cubicBezTo>
                    <a:pt x="101473" y="793496"/>
                    <a:pt x="0" y="692023"/>
                    <a:pt x="0" y="566801"/>
                  </a:cubicBezTo>
                  <a:close/>
                </a:path>
              </a:pathLst>
            </a:custGeom>
            <a:solidFill>
              <a:srgbClr val="E8F4F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467612" y="3072384"/>
            <a:ext cx="2537460" cy="452628"/>
            <a:chOff x="0" y="0"/>
            <a:chExt cx="3383280" cy="6035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83280" cy="603504"/>
            </a:xfrm>
            <a:custGeom>
              <a:avLst/>
              <a:gdLst/>
              <a:ahLst/>
              <a:cxnLst/>
              <a:rect r="r" b="b" t="t" l="l"/>
              <a:pathLst>
                <a:path h="603504" w="3383280">
                  <a:moveTo>
                    <a:pt x="0" y="0"/>
                  </a:moveTo>
                  <a:lnTo>
                    <a:pt x="3383280" y="0"/>
                  </a:lnTo>
                  <a:lnTo>
                    <a:pt x="3383280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234" r="0" b="-5923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383280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5"/>
                </a:lnSpc>
              </a:pPr>
              <a:r>
                <a:rPr lang="en-US" sz="210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ALL TESTS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79779" y="3666731"/>
            <a:ext cx="7063740" cy="2338464"/>
            <a:chOff x="0" y="0"/>
            <a:chExt cx="9418320" cy="31179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18320" cy="3117952"/>
            </a:xfrm>
            <a:custGeom>
              <a:avLst/>
              <a:gdLst/>
              <a:ahLst/>
              <a:cxnLst/>
              <a:rect r="r" b="b" t="t" l="l"/>
              <a:pathLst>
                <a:path h="3117952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3117952"/>
                  </a:lnTo>
                  <a:lnTo>
                    <a:pt x="0" y="3117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99" r="0" b="448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418320" cy="315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61"/>
                </a:lnSpc>
              </a:pPr>
              <a:r>
                <a:rPr lang="en-US" sz="1170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PASS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44168" y="5856732"/>
            <a:ext cx="8641080" cy="926459"/>
            <a:chOff x="0" y="0"/>
            <a:chExt cx="11521440" cy="12352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521440" cy="1235278"/>
            </a:xfrm>
            <a:custGeom>
              <a:avLst/>
              <a:gdLst/>
              <a:ahLst/>
              <a:cxnLst/>
              <a:rect r="r" b="b" t="t" l="l"/>
              <a:pathLst>
                <a:path h="1235278" w="11521440">
                  <a:moveTo>
                    <a:pt x="0" y="0"/>
                  </a:moveTo>
                  <a:lnTo>
                    <a:pt x="11521440" y="0"/>
                  </a:lnTo>
                  <a:lnTo>
                    <a:pt x="11521440" y="1235278"/>
                  </a:lnTo>
                  <a:lnTo>
                    <a:pt x="0" y="1235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504" r="0" b="-12096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11521440" cy="1244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47"/>
                </a:lnSpc>
              </a:pPr>
              <a:r>
                <a:rPr lang="en-US" b="true" sz="46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Does PASS mean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44168" y="6583680"/>
            <a:ext cx="8613648" cy="926459"/>
            <a:chOff x="0" y="0"/>
            <a:chExt cx="11484864" cy="12352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484864" cy="1235278"/>
            </a:xfrm>
            <a:custGeom>
              <a:avLst/>
              <a:gdLst/>
              <a:ahLst/>
              <a:cxnLst/>
              <a:rect r="r" b="b" t="t" l="l"/>
              <a:pathLst>
                <a:path h="1235278" w="11484864">
                  <a:moveTo>
                    <a:pt x="0" y="0"/>
                  </a:moveTo>
                  <a:lnTo>
                    <a:pt x="11484864" y="0"/>
                  </a:lnTo>
                  <a:lnTo>
                    <a:pt x="11484864" y="1235278"/>
                  </a:lnTo>
                  <a:lnTo>
                    <a:pt x="0" y="1235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927" r="0" b="-12039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1484864" cy="1244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47"/>
                </a:lnSpc>
              </a:pPr>
              <a:r>
                <a:rPr lang="en-US" b="true" sz="46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code is correct?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62075" y="7753731"/>
            <a:ext cx="8038407" cy="938022"/>
            <a:chOff x="0" y="0"/>
            <a:chExt cx="10717876" cy="1250696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0717876" cy="1250696"/>
              <a:chOff x="0" y="0"/>
              <a:chExt cx="10717876" cy="1250696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10717877" cy="1250696"/>
              </a:xfrm>
              <a:custGeom>
                <a:avLst/>
                <a:gdLst/>
                <a:ahLst/>
                <a:cxnLst/>
                <a:rect r="r" b="b" t="t" l="l"/>
                <a:pathLst>
                  <a:path h="1250696" w="10717877">
                    <a:moveTo>
                      <a:pt x="0" y="224028"/>
                    </a:moveTo>
                    <a:cubicBezTo>
                      <a:pt x="0" y="100330"/>
                      <a:pt x="91248" y="0"/>
                      <a:pt x="203750" y="0"/>
                    </a:cubicBezTo>
                    <a:lnTo>
                      <a:pt x="10514126" y="0"/>
                    </a:lnTo>
                    <a:cubicBezTo>
                      <a:pt x="10626628" y="0"/>
                      <a:pt x="10717877" y="100330"/>
                      <a:pt x="10717877" y="224028"/>
                    </a:cubicBezTo>
                    <a:lnTo>
                      <a:pt x="10717877" y="1026668"/>
                    </a:lnTo>
                    <a:cubicBezTo>
                      <a:pt x="10717877" y="1150366"/>
                      <a:pt x="10626628" y="1250696"/>
                      <a:pt x="10514126" y="1250696"/>
                    </a:cubicBezTo>
                    <a:lnTo>
                      <a:pt x="203750" y="1250696"/>
                    </a:lnTo>
                    <a:cubicBezTo>
                      <a:pt x="91248" y="1250696"/>
                      <a:pt x="0" y="1150366"/>
                      <a:pt x="0" y="1026668"/>
                    </a:cubicBezTo>
                    <a:close/>
                  </a:path>
                </a:pathLst>
              </a:custGeom>
              <a:solidFill>
                <a:srgbClr val="FFF1CD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77733" y="250482"/>
              <a:ext cx="10562410" cy="749732"/>
              <a:chOff x="0" y="0"/>
              <a:chExt cx="10562410" cy="749732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562410" cy="749732"/>
              </a:xfrm>
              <a:custGeom>
                <a:avLst/>
                <a:gdLst/>
                <a:ahLst/>
                <a:cxnLst/>
                <a:rect r="r" b="b" t="t" l="l"/>
                <a:pathLst>
                  <a:path h="749732" w="10562410">
                    <a:moveTo>
                      <a:pt x="0" y="0"/>
                    </a:moveTo>
                    <a:lnTo>
                      <a:pt x="10562410" y="0"/>
                    </a:lnTo>
                    <a:lnTo>
                      <a:pt x="10562410" y="749732"/>
                    </a:lnTo>
                    <a:lnTo>
                      <a:pt x="0" y="7497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4865" r="-4751" b="-230239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9525"/>
                <a:ext cx="10562410" cy="75925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522"/>
                  </a:lnSpc>
                </a:pPr>
                <a:r>
                  <a:rPr lang="en-US" b="true" sz="2850">
                    <a:solidFill>
                      <a:srgbClr val="00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Q</a:t>
                </a:r>
                <a:r>
                  <a:rPr lang="en-US" b="true" sz="2850">
                    <a:solidFill>
                      <a:srgbClr val="000000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uestion: Can tests catch wrong results?</a:t>
                </a:r>
              </a:p>
            </p:txBody>
          </p:sp>
        </p:grpSp>
      </p:grpSp>
      <p:grpSp>
        <p:nvGrpSpPr>
          <p:cNvPr name="Group 43" id="43"/>
          <p:cNvGrpSpPr/>
          <p:nvPr/>
        </p:nvGrpSpPr>
        <p:grpSpPr>
          <a:xfrm rot="0">
            <a:off x="11169015" y="2651379"/>
            <a:ext cx="6232398" cy="6493002"/>
            <a:chOff x="0" y="0"/>
            <a:chExt cx="8309864" cy="8657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309864" cy="8657336"/>
            </a:xfrm>
            <a:custGeom>
              <a:avLst/>
              <a:gdLst/>
              <a:ahLst/>
              <a:cxnLst/>
              <a:rect r="r" b="b" t="t" l="l"/>
              <a:pathLst>
                <a:path h="8657336" w="8309864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8089773" y="0"/>
                  </a:lnTo>
                  <a:cubicBezTo>
                    <a:pt x="8211312" y="0"/>
                    <a:pt x="8309864" y="98552"/>
                    <a:pt x="8309864" y="220091"/>
                  </a:cubicBezTo>
                  <a:lnTo>
                    <a:pt x="8309864" y="8437245"/>
                  </a:lnTo>
                  <a:cubicBezTo>
                    <a:pt x="8309864" y="8558784"/>
                    <a:pt x="8211312" y="8657336"/>
                    <a:pt x="8089773" y="8657336"/>
                  </a:cubicBezTo>
                  <a:lnTo>
                    <a:pt x="220091" y="8657336"/>
                  </a:lnTo>
                  <a:cubicBezTo>
                    <a:pt x="98552" y="8657336"/>
                    <a:pt x="0" y="8558784"/>
                    <a:pt x="0" y="8437245"/>
                  </a:cubicBezTo>
                  <a:close/>
                </a:path>
              </a:pathLst>
            </a:custGeom>
            <a:solidFill>
              <a:srgbClr val="E7EDF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699748" y="2907792"/>
            <a:ext cx="5170932" cy="6007608"/>
            <a:chOff x="0" y="0"/>
            <a:chExt cx="6894576" cy="8010144"/>
          </a:xfrm>
        </p:grpSpPr>
        <p:sp>
          <p:nvSpPr>
            <p:cNvPr name="Freeform 46" id="46" descr="/mnt/data/t10_slide_assets/monkey_thinking_portrait.jpg"/>
            <p:cNvSpPr/>
            <p:nvPr/>
          </p:nvSpPr>
          <p:spPr>
            <a:xfrm flipH="false" flipV="false" rot="0">
              <a:off x="0" y="0"/>
              <a:ext cx="6894576" cy="8010144"/>
            </a:xfrm>
            <a:custGeom>
              <a:avLst/>
              <a:gdLst/>
              <a:ahLst/>
              <a:cxnLst/>
              <a:rect r="r" b="b" t="t" l="l"/>
              <a:pathLst>
                <a:path h="8010144" w="6894576">
                  <a:moveTo>
                    <a:pt x="0" y="0"/>
                  </a:moveTo>
                  <a:lnTo>
                    <a:pt x="6894576" y="0"/>
                  </a:lnTo>
                  <a:lnTo>
                    <a:pt x="6894576" y="8010144"/>
                  </a:lnTo>
                  <a:lnTo>
                    <a:pt x="0" y="80101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332" r="0" b="-533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1920"/>
            <a:chOff x="0" y="0"/>
            <a:chExt cx="24408790" cy="162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62560"/>
            </a:xfrm>
            <a:custGeom>
              <a:avLst/>
              <a:gdLst/>
              <a:ahLst/>
              <a:cxnLst/>
              <a:rect r="r" b="b" t="t" l="l"/>
              <a:pathLst>
                <a:path h="16256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3066974" cy="121920"/>
            <a:chOff x="0" y="0"/>
            <a:chExt cx="4089298" cy="162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89273" cy="162560"/>
            </a:xfrm>
            <a:custGeom>
              <a:avLst/>
              <a:gdLst/>
              <a:ahLst/>
              <a:cxnLst/>
              <a:rect r="r" b="b" t="t" l="l"/>
              <a:pathLst>
                <a:path h="162560" w="4089273">
                  <a:moveTo>
                    <a:pt x="0" y="0"/>
                  </a:moveTo>
                  <a:lnTo>
                    <a:pt x="4089273" y="0"/>
                  </a:lnTo>
                  <a:lnTo>
                    <a:pt x="4089273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8299" y="566547"/>
            <a:ext cx="197358" cy="197358"/>
            <a:chOff x="0" y="0"/>
            <a:chExt cx="263144" cy="263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cubicBezTo>
                    <a:pt x="204216" y="0"/>
                    <a:pt x="263144" y="58928"/>
                    <a:pt x="263144" y="131572"/>
                  </a:cubicBezTo>
                  <a:cubicBezTo>
                    <a:pt x="263144" y="204216"/>
                    <a:pt x="204216" y="263144"/>
                    <a:pt x="131572" y="263144"/>
                  </a:cubicBezTo>
                  <a:cubicBezTo>
                    <a:pt x="58928" y="263144"/>
                    <a:pt x="0" y="204216"/>
                    <a:pt x="0" y="131572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9576" y="466344"/>
            <a:ext cx="13441680" cy="354635"/>
            <a:chOff x="0" y="0"/>
            <a:chExt cx="17922240" cy="47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22239" cy="472846"/>
            </a:xfrm>
            <a:custGeom>
              <a:avLst/>
              <a:gdLst/>
              <a:ahLst/>
              <a:cxnLst/>
              <a:rect r="r" b="b" t="t" l="l"/>
              <a:pathLst>
                <a:path h="472846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72846"/>
                  </a:lnTo>
                  <a:lnTo>
                    <a:pt x="0" y="47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193" r="0" b="-6868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922240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b="true" sz="1800" spc="165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T10  /  THE PROBLEM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256" y="1083564"/>
            <a:ext cx="16527780" cy="1193292"/>
            <a:chOff x="0" y="0"/>
            <a:chExt cx="22037040" cy="15910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37039" cy="1591056"/>
            </a:xfrm>
            <a:custGeom>
              <a:avLst/>
              <a:gdLst/>
              <a:ahLst/>
              <a:cxnLst/>
              <a:rect r="r" b="b" t="t" l="l"/>
              <a:pathLst>
                <a:path h="159105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878" r="0" b="-2198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037040" cy="1600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Running code ≠ checking the result.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3960">
            <a:off x="895721" y="9569006"/>
            <a:ext cx="16450828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6047720" y="9738360"/>
            <a:ext cx="1261872" cy="306734"/>
            <a:chOff x="0" y="0"/>
            <a:chExt cx="1682496" cy="408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2496" cy="408978"/>
            </a:xfrm>
            <a:custGeom>
              <a:avLst/>
              <a:gdLst/>
              <a:ahLst/>
              <a:cxnLst/>
              <a:rect r="r" b="b" t="t" l="l"/>
              <a:pathLst>
                <a:path h="408978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408978"/>
                  </a:lnTo>
                  <a:lnTo>
                    <a:pt x="0" y="4089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79" r="0" b="-226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682496" cy="418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6"/>
                </a:lnSpc>
              </a:pPr>
              <a:r>
                <a:rPr lang="en-US" sz="157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02 / 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96684" y="2652331"/>
            <a:ext cx="8027289" cy="6353937"/>
            <a:chOff x="0" y="0"/>
            <a:chExt cx="10703052" cy="84719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03052" cy="8471916"/>
            </a:xfrm>
            <a:custGeom>
              <a:avLst/>
              <a:gdLst/>
              <a:ahLst/>
              <a:cxnLst/>
              <a:rect r="r" b="b" t="t" l="l"/>
              <a:pathLst>
                <a:path h="8471916" w="10703052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10483088" y="0"/>
                  </a:lnTo>
                  <a:cubicBezTo>
                    <a:pt x="10604627" y="0"/>
                    <a:pt x="10703052" y="98552"/>
                    <a:pt x="10703052" y="219964"/>
                  </a:cubicBezTo>
                  <a:lnTo>
                    <a:pt x="10703052" y="8251952"/>
                  </a:lnTo>
                  <a:cubicBezTo>
                    <a:pt x="10703052" y="8373491"/>
                    <a:pt x="10604500" y="8471916"/>
                    <a:pt x="10483088" y="8471916"/>
                  </a:cubicBezTo>
                  <a:lnTo>
                    <a:pt x="219964" y="8471916"/>
                  </a:lnTo>
                  <a:cubicBezTo>
                    <a:pt x="98552" y="8471916"/>
                    <a:pt x="0" y="8373364"/>
                    <a:pt x="0" y="8251952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249728" y="2652331"/>
            <a:ext cx="8150733" cy="6353937"/>
            <a:chOff x="0" y="0"/>
            <a:chExt cx="10867644" cy="84719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67644" cy="8471916"/>
            </a:xfrm>
            <a:custGeom>
              <a:avLst/>
              <a:gdLst/>
              <a:ahLst/>
              <a:cxnLst/>
              <a:rect r="r" b="b" t="t" l="l"/>
              <a:pathLst>
                <a:path h="8471916" w="10867644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10647680" y="0"/>
                  </a:lnTo>
                  <a:cubicBezTo>
                    <a:pt x="10769219" y="0"/>
                    <a:pt x="10867644" y="98552"/>
                    <a:pt x="10867644" y="219964"/>
                  </a:cubicBezTo>
                  <a:lnTo>
                    <a:pt x="10867644" y="8251952"/>
                  </a:lnTo>
                  <a:cubicBezTo>
                    <a:pt x="10867644" y="8373491"/>
                    <a:pt x="10769092" y="8471916"/>
                    <a:pt x="10647680" y="8471916"/>
                  </a:cubicBezTo>
                  <a:lnTo>
                    <a:pt x="219964" y="8471916"/>
                  </a:lnTo>
                  <a:cubicBezTo>
                    <a:pt x="98552" y="8471916"/>
                    <a:pt x="0" y="8373364"/>
                    <a:pt x="0" y="8251952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416939" y="2980563"/>
            <a:ext cx="3379470" cy="595122"/>
            <a:chOff x="0" y="0"/>
            <a:chExt cx="4505960" cy="793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505960" cy="793496"/>
            </a:xfrm>
            <a:custGeom>
              <a:avLst/>
              <a:gdLst/>
              <a:ahLst/>
              <a:cxnLst/>
              <a:rect r="r" b="b" t="t" l="l"/>
              <a:pathLst>
                <a:path h="793496" w="4505960">
                  <a:moveTo>
                    <a:pt x="0" y="226695"/>
                  </a:moveTo>
                  <a:cubicBezTo>
                    <a:pt x="0" y="101473"/>
                    <a:pt x="101473" y="0"/>
                    <a:pt x="226695" y="0"/>
                  </a:cubicBezTo>
                  <a:lnTo>
                    <a:pt x="4279265" y="0"/>
                  </a:lnTo>
                  <a:cubicBezTo>
                    <a:pt x="4404487" y="0"/>
                    <a:pt x="4505960" y="101473"/>
                    <a:pt x="4505960" y="226695"/>
                  </a:cubicBezTo>
                  <a:lnTo>
                    <a:pt x="4505960" y="566801"/>
                  </a:lnTo>
                  <a:cubicBezTo>
                    <a:pt x="4505960" y="692023"/>
                    <a:pt x="4404487" y="793496"/>
                    <a:pt x="4279265" y="793496"/>
                  </a:cubicBezTo>
                  <a:lnTo>
                    <a:pt x="226695" y="793496"/>
                  </a:lnTo>
                  <a:cubicBezTo>
                    <a:pt x="101473" y="793496"/>
                    <a:pt x="0" y="692023"/>
                    <a:pt x="0" y="566801"/>
                  </a:cubicBezTo>
                  <a:close/>
                </a:path>
              </a:pathLst>
            </a:custGeom>
            <a:solidFill>
              <a:srgbClr val="E8F4F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04772" y="3044952"/>
            <a:ext cx="3003804" cy="452628"/>
            <a:chOff x="0" y="0"/>
            <a:chExt cx="4005072" cy="6035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05072" cy="603504"/>
            </a:xfrm>
            <a:custGeom>
              <a:avLst/>
              <a:gdLst/>
              <a:ahLst/>
              <a:cxnLst/>
              <a:rect r="r" b="b" t="t" l="l"/>
              <a:pathLst>
                <a:path h="603504" w="4005072">
                  <a:moveTo>
                    <a:pt x="0" y="0"/>
                  </a:moveTo>
                  <a:lnTo>
                    <a:pt x="4005072" y="0"/>
                  </a:lnTo>
                  <a:lnTo>
                    <a:pt x="4005072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309" r="0" b="-793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005072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5"/>
                </a:lnSpc>
              </a:pPr>
              <a:r>
                <a:rPr lang="en-US" sz="210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CODE COVERAGE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95044" y="3922776"/>
            <a:ext cx="6377940" cy="961568"/>
            <a:chOff x="0" y="0"/>
            <a:chExt cx="8503920" cy="12820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03920" cy="1282090"/>
            </a:xfrm>
            <a:custGeom>
              <a:avLst/>
              <a:gdLst/>
              <a:ahLst/>
              <a:cxnLst/>
              <a:rect r="r" b="b" t="t" l="l"/>
              <a:pathLst>
                <a:path h="1282090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1282090"/>
                  </a:lnTo>
                  <a:lnTo>
                    <a:pt x="0" y="1282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014" r="0" b="-6846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8503920" cy="12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Did we visit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95044" y="4704588"/>
            <a:ext cx="6391656" cy="961568"/>
            <a:chOff x="0" y="0"/>
            <a:chExt cx="8522208" cy="128209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22208" cy="1282090"/>
            </a:xfrm>
            <a:custGeom>
              <a:avLst/>
              <a:gdLst/>
              <a:ahLst/>
              <a:cxnLst/>
              <a:rect r="r" b="b" t="t" l="l"/>
              <a:pathLst>
                <a:path h="1282090" w="8522208">
                  <a:moveTo>
                    <a:pt x="0" y="0"/>
                  </a:moveTo>
                  <a:lnTo>
                    <a:pt x="8522208" y="0"/>
                  </a:lnTo>
                  <a:lnTo>
                    <a:pt x="8522208" y="1282090"/>
                  </a:lnTo>
                  <a:lnTo>
                    <a:pt x="0" y="1282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6874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8522208" cy="12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this code?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30655" y="5806059"/>
            <a:ext cx="6904482" cy="2021586"/>
            <a:chOff x="0" y="0"/>
            <a:chExt cx="9205976" cy="26954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205976" cy="2695448"/>
            </a:xfrm>
            <a:custGeom>
              <a:avLst/>
              <a:gdLst/>
              <a:ahLst/>
              <a:cxnLst/>
              <a:rect r="r" b="b" t="t" l="l"/>
              <a:pathLst>
                <a:path h="2695448" w="9205976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8984488" y="0"/>
                  </a:lnTo>
                  <a:cubicBezTo>
                    <a:pt x="9106789" y="0"/>
                    <a:pt x="9205976" y="99187"/>
                    <a:pt x="9205976" y="221488"/>
                  </a:cubicBezTo>
                  <a:lnTo>
                    <a:pt x="9205976" y="2473960"/>
                  </a:lnTo>
                  <a:cubicBezTo>
                    <a:pt x="9205976" y="2596261"/>
                    <a:pt x="9106789" y="2695448"/>
                    <a:pt x="8984488" y="2695448"/>
                  </a:cubicBezTo>
                  <a:lnTo>
                    <a:pt x="221488" y="2695448"/>
                  </a:lnTo>
                  <a:cubicBezTo>
                    <a:pt x="99187" y="2695448"/>
                    <a:pt x="0" y="2596261"/>
                    <a:pt x="0" y="2473960"/>
                  </a:cubicBezTo>
                  <a:close/>
                </a:path>
              </a:pathLst>
            </a:custGeom>
            <a:solidFill>
              <a:srgbClr val="E8F4F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837944" y="6171543"/>
            <a:ext cx="819150" cy="1290618"/>
            <a:chOff x="0" y="0"/>
            <a:chExt cx="1092200" cy="17208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2200" cy="1720825"/>
            </a:xfrm>
            <a:custGeom>
              <a:avLst/>
              <a:gdLst/>
              <a:ahLst/>
              <a:cxnLst/>
              <a:rect r="r" b="b" t="t" l="l"/>
              <a:pathLst>
                <a:path h="1720825" w="1092200">
                  <a:moveTo>
                    <a:pt x="0" y="0"/>
                  </a:moveTo>
                  <a:lnTo>
                    <a:pt x="1092200" y="0"/>
                  </a:lnTo>
                  <a:lnTo>
                    <a:pt x="1092200" y="1720825"/>
                  </a:lnTo>
                  <a:lnTo>
                    <a:pt x="0" y="17208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252" t="0" r="-112811" b="2454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092200" cy="1739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72"/>
                </a:lnSpc>
              </a:pPr>
              <a:r>
                <a:rPr lang="en-US" sz="645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✓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906268" y="6336068"/>
            <a:ext cx="4416552" cy="961568"/>
            <a:chOff x="0" y="0"/>
            <a:chExt cx="5888736" cy="128209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888736" cy="1282090"/>
            </a:xfrm>
            <a:custGeom>
              <a:avLst/>
              <a:gdLst/>
              <a:ahLst/>
              <a:cxnLst/>
              <a:rect r="r" b="b" t="t" l="l"/>
              <a:pathLst>
                <a:path h="1282090" w="5888736">
                  <a:moveTo>
                    <a:pt x="0" y="0"/>
                  </a:moveTo>
                  <a:lnTo>
                    <a:pt x="5888736" y="0"/>
                  </a:lnTo>
                  <a:lnTo>
                    <a:pt x="5888736" y="1282090"/>
                  </a:lnTo>
                  <a:lnTo>
                    <a:pt x="0" y="1282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548" r="0" b="-2444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5888736" cy="12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sz="480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742551" y="2980563"/>
            <a:ext cx="4367022" cy="595122"/>
            <a:chOff x="0" y="0"/>
            <a:chExt cx="5822696" cy="7934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22696" cy="793496"/>
            </a:xfrm>
            <a:custGeom>
              <a:avLst/>
              <a:gdLst/>
              <a:ahLst/>
              <a:cxnLst/>
              <a:rect r="r" b="b" t="t" l="l"/>
              <a:pathLst>
                <a:path h="793496" w="5822696">
                  <a:moveTo>
                    <a:pt x="0" y="226695"/>
                  </a:moveTo>
                  <a:cubicBezTo>
                    <a:pt x="0" y="101473"/>
                    <a:pt x="101473" y="0"/>
                    <a:pt x="226695" y="0"/>
                  </a:cubicBezTo>
                  <a:lnTo>
                    <a:pt x="5596001" y="0"/>
                  </a:lnTo>
                  <a:cubicBezTo>
                    <a:pt x="5721223" y="0"/>
                    <a:pt x="5822696" y="101473"/>
                    <a:pt x="5822696" y="226695"/>
                  </a:cubicBezTo>
                  <a:lnTo>
                    <a:pt x="5822696" y="566801"/>
                  </a:lnTo>
                  <a:cubicBezTo>
                    <a:pt x="5822696" y="692023"/>
                    <a:pt x="5721223" y="793496"/>
                    <a:pt x="5596001" y="793496"/>
                  </a:cubicBezTo>
                  <a:lnTo>
                    <a:pt x="226695" y="793496"/>
                  </a:lnTo>
                  <a:cubicBezTo>
                    <a:pt x="101473" y="793496"/>
                    <a:pt x="0" y="692023"/>
                    <a:pt x="0" y="566801"/>
                  </a:cubicBezTo>
                  <a:close/>
                </a:path>
              </a:pathLst>
            </a:custGeom>
            <a:solidFill>
              <a:srgbClr val="FFF1CD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930384" y="3044952"/>
            <a:ext cx="3991356" cy="452628"/>
            <a:chOff x="0" y="0"/>
            <a:chExt cx="5321808" cy="6035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21808" cy="603504"/>
            </a:xfrm>
            <a:custGeom>
              <a:avLst/>
              <a:gdLst/>
              <a:ahLst/>
              <a:cxnLst/>
              <a:rect r="r" b="b" t="t" l="l"/>
              <a:pathLst>
                <a:path h="603504" w="5321808">
                  <a:moveTo>
                    <a:pt x="0" y="0"/>
                  </a:moveTo>
                  <a:lnTo>
                    <a:pt x="5321808" y="0"/>
                  </a:lnTo>
                  <a:lnTo>
                    <a:pt x="5321808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822" r="0" b="-12182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5321808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5"/>
                </a:lnSpc>
              </a:pPr>
              <a:r>
                <a:rPr lang="en-US" b="true" sz="21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MUTATION TESTING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93224" y="3922776"/>
            <a:ext cx="6364224" cy="961568"/>
            <a:chOff x="0" y="0"/>
            <a:chExt cx="8485632" cy="128209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485632" cy="1282090"/>
            </a:xfrm>
            <a:custGeom>
              <a:avLst/>
              <a:gdLst/>
              <a:ahLst/>
              <a:cxnLst/>
              <a:rect r="r" b="b" t="t" l="l"/>
              <a:pathLst>
                <a:path h="1282090" w="8485632">
                  <a:moveTo>
                    <a:pt x="0" y="0"/>
                  </a:moveTo>
                  <a:lnTo>
                    <a:pt x="8485632" y="0"/>
                  </a:lnTo>
                  <a:lnTo>
                    <a:pt x="8485632" y="1282090"/>
                  </a:lnTo>
                  <a:lnTo>
                    <a:pt x="0" y="1282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736" r="0" b="-6819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8485632" cy="12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Did we notice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93224" y="4704588"/>
            <a:ext cx="6391656" cy="961568"/>
            <a:chOff x="0" y="0"/>
            <a:chExt cx="8522208" cy="128209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22208" cy="1282090"/>
            </a:xfrm>
            <a:custGeom>
              <a:avLst/>
              <a:gdLst/>
              <a:ahLst/>
              <a:cxnLst/>
              <a:rect r="r" b="b" t="t" l="l"/>
              <a:pathLst>
                <a:path h="1282090" w="8522208">
                  <a:moveTo>
                    <a:pt x="0" y="0"/>
                  </a:moveTo>
                  <a:lnTo>
                    <a:pt x="8522208" y="0"/>
                  </a:lnTo>
                  <a:lnTo>
                    <a:pt x="8522208" y="1282090"/>
                  </a:lnTo>
                  <a:lnTo>
                    <a:pt x="0" y="12820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6874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8522208" cy="12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wrong result?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769983" y="5806059"/>
            <a:ext cx="6945630" cy="2021586"/>
            <a:chOff x="0" y="0"/>
            <a:chExt cx="9260840" cy="269544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260840" cy="2695448"/>
            </a:xfrm>
            <a:custGeom>
              <a:avLst/>
              <a:gdLst/>
              <a:ahLst/>
              <a:cxnLst/>
              <a:rect r="r" b="b" t="t" l="l"/>
              <a:pathLst>
                <a:path h="2695448" w="9260840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9039352" y="0"/>
                  </a:lnTo>
                  <a:cubicBezTo>
                    <a:pt x="9161653" y="0"/>
                    <a:pt x="9260840" y="99187"/>
                    <a:pt x="9260840" y="221488"/>
                  </a:cubicBezTo>
                  <a:lnTo>
                    <a:pt x="9260840" y="2473960"/>
                  </a:lnTo>
                  <a:cubicBezTo>
                    <a:pt x="9260840" y="2596261"/>
                    <a:pt x="9161653" y="2695448"/>
                    <a:pt x="9039352" y="2695448"/>
                  </a:cubicBezTo>
                  <a:lnTo>
                    <a:pt x="221488" y="2695448"/>
                  </a:lnTo>
                  <a:cubicBezTo>
                    <a:pt x="99187" y="2695448"/>
                    <a:pt x="0" y="2596261"/>
                    <a:pt x="0" y="2473960"/>
                  </a:cubicBezTo>
                  <a:close/>
                </a:path>
              </a:pathLst>
            </a:custGeom>
            <a:solidFill>
              <a:srgbClr val="FCE7E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245852" y="6171543"/>
            <a:ext cx="819150" cy="1290618"/>
            <a:chOff x="0" y="0"/>
            <a:chExt cx="1092200" cy="172082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2200" cy="1720825"/>
            </a:xfrm>
            <a:custGeom>
              <a:avLst/>
              <a:gdLst/>
              <a:ahLst/>
              <a:cxnLst/>
              <a:rect r="r" b="b" t="t" l="l"/>
              <a:pathLst>
                <a:path h="1720825" w="1092200">
                  <a:moveTo>
                    <a:pt x="0" y="0"/>
                  </a:moveTo>
                  <a:lnTo>
                    <a:pt x="1092200" y="0"/>
                  </a:lnTo>
                  <a:lnTo>
                    <a:pt x="1092200" y="1720825"/>
                  </a:lnTo>
                  <a:lnTo>
                    <a:pt x="0" y="17208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555" t="0" r="-119508" b="2454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092200" cy="1739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972"/>
                </a:lnSpc>
              </a:pPr>
              <a:r>
                <a:rPr lang="en-US" sz="6450" b="true">
                  <a:solidFill>
                    <a:srgbClr val="C8435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?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930323" y="6396761"/>
            <a:ext cx="3880475" cy="840181"/>
            <a:chOff x="0" y="0"/>
            <a:chExt cx="5173967" cy="112024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73968" cy="1120242"/>
            </a:xfrm>
            <a:custGeom>
              <a:avLst/>
              <a:gdLst/>
              <a:ahLst/>
              <a:cxnLst/>
              <a:rect r="r" b="b" t="t" l="l"/>
              <a:pathLst>
                <a:path h="1120242" w="5173968">
                  <a:moveTo>
                    <a:pt x="0" y="0"/>
                  </a:moveTo>
                  <a:lnTo>
                    <a:pt x="5173968" y="0"/>
                  </a:lnTo>
                  <a:lnTo>
                    <a:pt x="5173968" y="1120242"/>
                  </a:lnTo>
                  <a:lnTo>
                    <a:pt x="0" y="1120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199" r="-26892" b="-5419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5173967" cy="1129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91"/>
                </a:lnSpc>
              </a:pPr>
              <a:r>
                <a:rPr lang="en-US" sz="4200" b="true">
                  <a:solidFill>
                    <a:srgbClr val="C8435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NOT ALWAYS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96796" y="9052560"/>
            <a:ext cx="14703552" cy="511131"/>
            <a:chOff x="0" y="0"/>
            <a:chExt cx="19604736" cy="68150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9604737" cy="681507"/>
            </a:xfrm>
            <a:custGeom>
              <a:avLst/>
              <a:gdLst/>
              <a:ahLst/>
              <a:cxnLst/>
              <a:rect r="r" b="b" t="t" l="l"/>
              <a:pathLst>
                <a:path h="681507" w="19604737">
                  <a:moveTo>
                    <a:pt x="0" y="0"/>
                  </a:moveTo>
                  <a:lnTo>
                    <a:pt x="19604737" y="0"/>
                  </a:lnTo>
                  <a:lnTo>
                    <a:pt x="19604737" y="681507"/>
                  </a:lnTo>
                  <a:lnTo>
                    <a:pt x="0" y="6815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268" r="0" b="-500772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19604736" cy="691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1"/>
                </a:lnSpc>
              </a:pPr>
              <a:r>
                <a:rPr lang="en-US" sz="255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test can run the right code and still miss the wrong answer.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18972" y="9738360"/>
            <a:ext cx="13304520" cy="281803"/>
            <a:chOff x="0" y="0"/>
            <a:chExt cx="17739360" cy="37573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7739361" cy="375737"/>
            </a:xfrm>
            <a:custGeom>
              <a:avLst/>
              <a:gdLst/>
              <a:ahLst/>
              <a:cxnLst/>
              <a:rect r="r" b="b" t="t" l="l"/>
              <a:pathLst>
                <a:path h="375737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375737"/>
                  </a:lnTo>
                  <a:lnTo>
                    <a:pt x="0" y="375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3691" r="0" b="-86616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17739360" cy="38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9"/>
                </a:lnSpc>
              </a:pPr>
              <a:r>
                <a:rPr lang="en-US" b="true" sz="1439" spc="105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MUTATION TESTING - ESHOP CASE STUDY - GROUP 12</a:t>
              </a:r>
            </a:p>
          </p:txBody>
        </p:sp>
      </p:grpSp>
      <p:sp>
        <p:nvSpPr>
          <p:cNvPr name="Freeform 66" id="66"/>
          <p:cNvSpPr/>
          <p:nvPr/>
        </p:nvSpPr>
        <p:spPr>
          <a:xfrm flipH="false" flipV="false" rot="0">
            <a:off x="14922719" y="5920799"/>
            <a:ext cx="1696857" cy="1792107"/>
          </a:xfrm>
          <a:custGeom>
            <a:avLst/>
            <a:gdLst/>
            <a:ahLst/>
            <a:cxnLst/>
            <a:rect r="r" b="b" t="t" l="l"/>
            <a:pathLst>
              <a:path h="1792107" w="1696857">
                <a:moveTo>
                  <a:pt x="0" y="0"/>
                </a:moveTo>
                <a:lnTo>
                  <a:pt x="1696857" y="0"/>
                </a:lnTo>
                <a:lnTo>
                  <a:pt x="1696857" y="1792106"/>
                </a:lnTo>
                <a:lnTo>
                  <a:pt x="0" y="1792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613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6348530" y="5867081"/>
            <a:ext cx="1799206" cy="1881419"/>
          </a:xfrm>
          <a:custGeom>
            <a:avLst/>
            <a:gdLst/>
            <a:ahLst/>
            <a:cxnLst/>
            <a:rect r="r" b="b" t="t" l="l"/>
            <a:pathLst>
              <a:path h="1881419" w="1799206">
                <a:moveTo>
                  <a:pt x="0" y="0"/>
                </a:moveTo>
                <a:lnTo>
                  <a:pt x="1799206" y="0"/>
                </a:lnTo>
                <a:lnTo>
                  <a:pt x="1799206" y="1881419"/>
                </a:lnTo>
                <a:lnTo>
                  <a:pt x="0" y="18814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1920"/>
            <a:chOff x="0" y="0"/>
            <a:chExt cx="24408790" cy="162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62560"/>
            </a:xfrm>
            <a:custGeom>
              <a:avLst/>
              <a:gdLst/>
              <a:ahLst/>
              <a:cxnLst/>
              <a:rect r="r" b="b" t="t" l="l"/>
              <a:pathLst>
                <a:path h="16256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4590936" cy="121920"/>
            <a:chOff x="0" y="0"/>
            <a:chExt cx="6121248" cy="162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21273" cy="162560"/>
            </a:xfrm>
            <a:custGeom>
              <a:avLst/>
              <a:gdLst/>
              <a:ahLst/>
              <a:cxnLst/>
              <a:rect r="r" b="b" t="t" l="l"/>
              <a:pathLst>
                <a:path h="162560" w="6121273">
                  <a:moveTo>
                    <a:pt x="0" y="0"/>
                  </a:moveTo>
                  <a:lnTo>
                    <a:pt x="6121273" y="0"/>
                  </a:lnTo>
                  <a:lnTo>
                    <a:pt x="6121273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8299" y="566547"/>
            <a:ext cx="197358" cy="197358"/>
            <a:chOff x="0" y="0"/>
            <a:chExt cx="263144" cy="263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cubicBezTo>
                    <a:pt x="204216" y="0"/>
                    <a:pt x="263144" y="58928"/>
                    <a:pt x="263144" y="131572"/>
                  </a:cubicBezTo>
                  <a:cubicBezTo>
                    <a:pt x="263144" y="204216"/>
                    <a:pt x="204216" y="263144"/>
                    <a:pt x="131572" y="263144"/>
                  </a:cubicBezTo>
                  <a:cubicBezTo>
                    <a:pt x="58928" y="263144"/>
                    <a:pt x="0" y="204216"/>
                    <a:pt x="0" y="131572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9576" y="466344"/>
            <a:ext cx="13441680" cy="354635"/>
            <a:chOff x="0" y="0"/>
            <a:chExt cx="17922240" cy="47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22239" cy="472846"/>
            </a:xfrm>
            <a:custGeom>
              <a:avLst/>
              <a:gdLst/>
              <a:ahLst/>
              <a:cxnLst/>
              <a:rect r="r" b="b" t="t" l="l"/>
              <a:pathLst>
                <a:path h="472846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72846"/>
                  </a:lnTo>
                  <a:lnTo>
                    <a:pt x="0" y="47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193" r="0" b="-6868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922240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b="true" sz="1800" spc="165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T10  /  ONE SIMPLE EXAMPLE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256" y="1083564"/>
            <a:ext cx="16527780" cy="1193292"/>
            <a:chOff x="0" y="0"/>
            <a:chExt cx="22037040" cy="15910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37039" cy="1591056"/>
            </a:xfrm>
            <a:custGeom>
              <a:avLst/>
              <a:gdLst/>
              <a:ahLst/>
              <a:cxnLst/>
              <a:rect r="r" b="b" t="t" l="l"/>
              <a:pathLst>
                <a:path h="159105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878" r="0" b="-2198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037040" cy="1600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One character can change the answer.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3960">
            <a:off x="895721" y="9569006"/>
            <a:ext cx="16450828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6047720" y="9738360"/>
            <a:ext cx="1261872" cy="306734"/>
            <a:chOff x="0" y="0"/>
            <a:chExt cx="1682496" cy="408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2496" cy="408978"/>
            </a:xfrm>
            <a:custGeom>
              <a:avLst/>
              <a:gdLst/>
              <a:ahLst/>
              <a:cxnLst/>
              <a:rect r="r" b="b" t="t" l="l"/>
              <a:pathLst>
                <a:path h="408978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408978"/>
                  </a:lnTo>
                  <a:lnTo>
                    <a:pt x="0" y="4089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79" r="0" b="-226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682496" cy="418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6"/>
                </a:lnSpc>
              </a:pPr>
              <a:r>
                <a:rPr lang="en-US" sz="157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03 / 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95731" y="2637663"/>
            <a:ext cx="7988046" cy="3420618"/>
            <a:chOff x="0" y="0"/>
            <a:chExt cx="10650728" cy="456082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50728" cy="4560824"/>
            </a:xfrm>
            <a:custGeom>
              <a:avLst/>
              <a:gdLst/>
              <a:ahLst/>
              <a:cxnLst/>
              <a:rect r="r" b="b" t="t" l="l"/>
              <a:pathLst>
                <a:path h="4560824" w="10650728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430002" y="0"/>
                  </a:lnTo>
                  <a:cubicBezTo>
                    <a:pt x="10551922" y="0"/>
                    <a:pt x="10650728" y="98806"/>
                    <a:pt x="10650728" y="220726"/>
                  </a:cubicBezTo>
                  <a:lnTo>
                    <a:pt x="10650728" y="4340098"/>
                  </a:lnTo>
                  <a:cubicBezTo>
                    <a:pt x="10650728" y="4462018"/>
                    <a:pt x="10551922" y="4560824"/>
                    <a:pt x="10430002" y="4560824"/>
                  </a:cubicBezTo>
                  <a:lnTo>
                    <a:pt x="220726" y="4560824"/>
                  </a:lnTo>
                  <a:cubicBezTo>
                    <a:pt x="98806" y="4560824"/>
                    <a:pt x="0" y="4462018"/>
                    <a:pt x="0" y="4340098"/>
                  </a:cubicBezTo>
                  <a:close/>
                </a:path>
              </a:pathLst>
            </a:custGeom>
            <a:solidFill>
              <a:srgbClr val="E1F7E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62491" y="2637663"/>
            <a:ext cx="8125206" cy="3420618"/>
            <a:chOff x="0" y="0"/>
            <a:chExt cx="10833608" cy="4560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33608" cy="4560824"/>
            </a:xfrm>
            <a:custGeom>
              <a:avLst/>
              <a:gdLst/>
              <a:ahLst/>
              <a:cxnLst/>
              <a:rect r="r" b="b" t="t" l="l"/>
              <a:pathLst>
                <a:path h="4560824" w="10833608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612882" y="0"/>
                  </a:lnTo>
                  <a:cubicBezTo>
                    <a:pt x="10734801" y="0"/>
                    <a:pt x="10833608" y="98806"/>
                    <a:pt x="10833608" y="220726"/>
                  </a:cubicBezTo>
                  <a:lnTo>
                    <a:pt x="10833608" y="4340098"/>
                  </a:lnTo>
                  <a:cubicBezTo>
                    <a:pt x="10833608" y="4462018"/>
                    <a:pt x="10734801" y="4560824"/>
                    <a:pt x="10612882" y="4560824"/>
                  </a:cubicBezTo>
                  <a:lnTo>
                    <a:pt x="220726" y="4560824"/>
                  </a:lnTo>
                  <a:cubicBezTo>
                    <a:pt x="98806" y="4560824"/>
                    <a:pt x="0" y="4462018"/>
                    <a:pt x="0" y="4340098"/>
                  </a:cubicBezTo>
                  <a:close/>
                </a:path>
              </a:pathLst>
            </a:custGeom>
            <a:solidFill>
              <a:srgbClr val="FCE7E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93495" y="2953131"/>
            <a:ext cx="3146298" cy="595122"/>
            <a:chOff x="0" y="0"/>
            <a:chExt cx="4195064" cy="793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95064" cy="793496"/>
            </a:xfrm>
            <a:custGeom>
              <a:avLst/>
              <a:gdLst/>
              <a:ahLst/>
              <a:cxnLst/>
              <a:rect r="r" b="b" t="t" l="l"/>
              <a:pathLst>
                <a:path h="793496" w="4195064">
                  <a:moveTo>
                    <a:pt x="0" y="226695"/>
                  </a:moveTo>
                  <a:cubicBezTo>
                    <a:pt x="0" y="101473"/>
                    <a:pt x="101473" y="0"/>
                    <a:pt x="226695" y="0"/>
                  </a:cubicBezTo>
                  <a:lnTo>
                    <a:pt x="3968369" y="0"/>
                  </a:lnTo>
                  <a:cubicBezTo>
                    <a:pt x="4093591" y="0"/>
                    <a:pt x="4195064" y="101473"/>
                    <a:pt x="4195064" y="226695"/>
                  </a:cubicBezTo>
                  <a:lnTo>
                    <a:pt x="4195064" y="566801"/>
                  </a:lnTo>
                  <a:cubicBezTo>
                    <a:pt x="4195064" y="692023"/>
                    <a:pt x="4093591" y="793496"/>
                    <a:pt x="3968369" y="793496"/>
                  </a:cubicBezTo>
                  <a:lnTo>
                    <a:pt x="226695" y="793496"/>
                  </a:lnTo>
                  <a:cubicBezTo>
                    <a:pt x="101473" y="793496"/>
                    <a:pt x="0" y="692023"/>
                    <a:pt x="0" y="5668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81328" y="3017520"/>
            <a:ext cx="2770632" cy="452628"/>
            <a:chOff x="0" y="0"/>
            <a:chExt cx="3694176" cy="6035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94176" cy="603504"/>
            </a:xfrm>
            <a:custGeom>
              <a:avLst/>
              <a:gdLst/>
              <a:ahLst/>
              <a:cxnLst/>
              <a:rect r="r" b="b" t="t" l="l"/>
              <a:pathLst>
                <a:path h="603504" w="3694176">
                  <a:moveTo>
                    <a:pt x="0" y="0"/>
                  </a:moveTo>
                  <a:lnTo>
                    <a:pt x="3694176" y="0"/>
                  </a:lnTo>
                  <a:lnTo>
                    <a:pt x="3694176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72" r="0" b="-6927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694176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5"/>
                </a:lnSpc>
              </a:pPr>
              <a:r>
                <a:rPr lang="en-US" sz="210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ORIGINAL RULE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687687" y="2953131"/>
            <a:ext cx="3228594" cy="595122"/>
            <a:chOff x="0" y="0"/>
            <a:chExt cx="4304792" cy="7934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04792" cy="793496"/>
            </a:xfrm>
            <a:custGeom>
              <a:avLst/>
              <a:gdLst/>
              <a:ahLst/>
              <a:cxnLst/>
              <a:rect r="r" b="b" t="t" l="l"/>
              <a:pathLst>
                <a:path h="793496" w="4304792">
                  <a:moveTo>
                    <a:pt x="0" y="226695"/>
                  </a:moveTo>
                  <a:cubicBezTo>
                    <a:pt x="0" y="101473"/>
                    <a:pt x="101473" y="0"/>
                    <a:pt x="226695" y="0"/>
                  </a:cubicBezTo>
                  <a:lnTo>
                    <a:pt x="4078097" y="0"/>
                  </a:lnTo>
                  <a:cubicBezTo>
                    <a:pt x="4203319" y="0"/>
                    <a:pt x="4304792" y="101473"/>
                    <a:pt x="4304792" y="226695"/>
                  </a:cubicBezTo>
                  <a:lnTo>
                    <a:pt x="4304792" y="566801"/>
                  </a:lnTo>
                  <a:cubicBezTo>
                    <a:pt x="4304792" y="692023"/>
                    <a:pt x="4203319" y="793496"/>
                    <a:pt x="4078097" y="793496"/>
                  </a:cubicBezTo>
                  <a:lnTo>
                    <a:pt x="226695" y="793496"/>
                  </a:lnTo>
                  <a:cubicBezTo>
                    <a:pt x="101473" y="793496"/>
                    <a:pt x="0" y="692023"/>
                    <a:pt x="0" y="56680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75520" y="3017520"/>
            <a:ext cx="2852928" cy="452628"/>
            <a:chOff x="0" y="0"/>
            <a:chExt cx="3803904" cy="6035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03904" cy="603504"/>
            </a:xfrm>
            <a:custGeom>
              <a:avLst/>
              <a:gdLst/>
              <a:ahLst/>
              <a:cxnLst/>
              <a:rect r="r" b="b" t="t" l="l"/>
              <a:pathLst>
                <a:path h="603504" w="3803904">
                  <a:moveTo>
                    <a:pt x="0" y="0"/>
                  </a:moveTo>
                  <a:lnTo>
                    <a:pt x="3803904" y="0"/>
                  </a:lnTo>
                  <a:lnTo>
                    <a:pt x="380390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814" r="0" b="-7281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803904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5"/>
                </a:lnSpc>
              </a:pPr>
              <a:r>
                <a:rPr lang="en-US" sz="2100" b="true">
                  <a:solidFill>
                    <a:srgbClr val="C8435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CHANGED RULE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57884" y="4101084"/>
            <a:ext cx="6995160" cy="1229925"/>
            <a:chOff x="0" y="0"/>
            <a:chExt cx="9326880" cy="16399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326880" cy="1639900"/>
            </a:xfrm>
            <a:custGeom>
              <a:avLst/>
              <a:gdLst/>
              <a:ahLst/>
              <a:cxnLst/>
              <a:rect r="r" b="b" t="t" l="l"/>
              <a:pathLst>
                <a:path h="16399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639900"/>
                  </a:lnTo>
                  <a:lnTo>
                    <a:pt x="0" y="1639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655" r="0" b="-5598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9326880" cy="16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01"/>
                </a:lnSpc>
              </a:pPr>
              <a:r>
                <a:rPr lang="en-US" b="true" sz="61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amount ≥ 100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69780" y="4101084"/>
            <a:ext cx="7063740" cy="1229925"/>
            <a:chOff x="0" y="0"/>
            <a:chExt cx="9418320" cy="16399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418320" cy="1639900"/>
            </a:xfrm>
            <a:custGeom>
              <a:avLst/>
              <a:gdLst/>
              <a:ahLst/>
              <a:cxnLst/>
              <a:rect r="r" b="b" t="t" l="l"/>
              <a:pathLst>
                <a:path h="16399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639900"/>
                  </a:lnTo>
                  <a:lnTo>
                    <a:pt x="0" y="1639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741" r="0" b="-5707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9418320" cy="1668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601"/>
                </a:lnSpc>
              </a:pPr>
              <a:r>
                <a:rPr lang="en-US" b="true" sz="61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amount &gt; 100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96684" y="6355652"/>
            <a:ext cx="16490061" cy="2499741"/>
            <a:chOff x="0" y="0"/>
            <a:chExt cx="21986748" cy="33329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86748" cy="3332988"/>
            </a:xfrm>
            <a:custGeom>
              <a:avLst/>
              <a:gdLst/>
              <a:ahLst/>
              <a:cxnLst/>
              <a:rect r="r" b="b" t="t" l="l"/>
              <a:pathLst>
                <a:path h="3332988" w="21986748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21765768" y="0"/>
                  </a:lnTo>
                  <a:cubicBezTo>
                    <a:pt x="21887814" y="0"/>
                    <a:pt x="21986748" y="98933"/>
                    <a:pt x="21986748" y="220980"/>
                  </a:cubicBezTo>
                  <a:lnTo>
                    <a:pt x="21986748" y="3112008"/>
                  </a:lnTo>
                  <a:cubicBezTo>
                    <a:pt x="21986748" y="3234055"/>
                    <a:pt x="21887814" y="3332988"/>
                    <a:pt x="21765768" y="3332988"/>
                  </a:cubicBezTo>
                  <a:lnTo>
                    <a:pt x="220980" y="3332988"/>
                  </a:lnTo>
                  <a:cubicBezTo>
                    <a:pt x="98933" y="3332988"/>
                    <a:pt x="0" y="3234055"/>
                    <a:pt x="0" y="3112008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26464" y="6899148"/>
            <a:ext cx="7365492" cy="744379"/>
            <a:chOff x="0" y="0"/>
            <a:chExt cx="9820656" cy="99250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820656" cy="992505"/>
            </a:xfrm>
            <a:custGeom>
              <a:avLst/>
              <a:gdLst/>
              <a:ahLst/>
              <a:cxnLst/>
              <a:rect r="r" b="b" t="t" l="l"/>
              <a:pathLst>
                <a:path h="992505" w="9820656">
                  <a:moveTo>
                    <a:pt x="0" y="0"/>
                  </a:moveTo>
                  <a:lnTo>
                    <a:pt x="9820656" y="0"/>
                  </a:lnTo>
                  <a:lnTo>
                    <a:pt x="9820656" y="992505"/>
                  </a:lnTo>
                  <a:lnTo>
                    <a:pt x="0" y="992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420" r="0" b="-13518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820656" cy="1002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35"/>
                </a:lnSpc>
              </a:pPr>
              <a:r>
                <a:rPr lang="en-US" sz="3750" b="true">
                  <a:solidFill>
                    <a:srgbClr val="2638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Test the exact boundary: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796147" y="6737728"/>
            <a:ext cx="2487930" cy="1020318"/>
            <a:chOff x="0" y="0"/>
            <a:chExt cx="3317240" cy="13604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317240" cy="1360424"/>
            </a:xfrm>
            <a:custGeom>
              <a:avLst/>
              <a:gdLst/>
              <a:ahLst/>
              <a:cxnLst/>
              <a:rect r="r" b="b" t="t" l="l"/>
              <a:pathLst>
                <a:path h="1360424" w="3317240">
                  <a:moveTo>
                    <a:pt x="0" y="223647"/>
                  </a:moveTo>
                  <a:cubicBezTo>
                    <a:pt x="0" y="100076"/>
                    <a:pt x="100076" y="0"/>
                    <a:pt x="223647" y="0"/>
                  </a:cubicBezTo>
                  <a:lnTo>
                    <a:pt x="3093593" y="0"/>
                  </a:lnTo>
                  <a:cubicBezTo>
                    <a:pt x="3217037" y="0"/>
                    <a:pt x="3317240" y="100076"/>
                    <a:pt x="3317240" y="223647"/>
                  </a:cubicBezTo>
                  <a:lnTo>
                    <a:pt x="3317240" y="1136777"/>
                  </a:lnTo>
                  <a:cubicBezTo>
                    <a:pt x="3317240" y="1260221"/>
                    <a:pt x="3217164" y="1360424"/>
                    <a:pt x="3093593" y="1360424"/>
                  </a:cubicBezTo>
                  <a:lnTo>
                    <a:pt x="223647" y="1360424"/>
                  </a:lnTo>
                  <a:cubicBezTo>
                    <a:pt x="100076" y="1360424"/>
                    <a:pt x="0" y="1260348"/>
                    <a:pt x="0" y="1136777"/>
                  </a:cubicBezTo>
                  <a:close/>
                </a:path>
              </a:pathLst>
            </a:custGeom>
            <a:solidFill>
              <a:srgbClr val="E8F4FE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217152" y="6784657"/>
            <a:ext cx="1645920" cy="926459"/>
            <a:chOff x="0" y="0"/>
            <a:chExt cx="2194560" cy="123527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4560" cy="1235278"/>
            </a:xfrm>
            <a:custGeom>
              <a:avLst/>
              <a:gdLst/>
              <a:ahLst/>
              <a:cxnLst/>
              <a:rect r="r" b="b" t="t" l="l"/>
              <a:pathLst>
                <a:path h="123527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235278"/>
                  </a:lnTo>
                  <a:lnTo>
                    <a:pt x="0" y="1235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6" r="0" b="3281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2194560" cy="1244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47"/>
                </a:lnSpc>
              </a:pPr>
              <a:r>
                <a:rPr lang="en-US" sz="465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100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799951" y="7003304"/>
            <a:ext cx="567690" cy="567690"/>
            <a:chOff x="0" y="0"/>
            <a:chExt cx="756920" cy="7569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E1F7E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1874246" y="6949250"/>
            <a:ext cx="419100" cy="675799"/>
            <a:chOff x="0" y="0"/>
            <a:chExt cx="544166" cy="87746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4166" cy="877468"/>
            </a:xfrm>
            <a:custGeom>
              <a:avLst/>
              <a:gdLst/>
              <a:ahLst/>
              <a:cxnLst/>
              <a:rect r="r" b="b" t="t" l="l"/>
              <a:pathLst>
                <a:path h="877468" w="544166">
                  <a:moveTo>
                    <a:pt x="0" y="0"/>
                  </a:moveTo>
                  <a:lnTo>
                    <a:pt x="544166" y="0"/>
                  </a:lnTo>
                  <a:lnTo>
                    <a:pt x="544166" y="877468"/>
                  </a:lnTo>
                  <a:lnTo>
                    <a:pt x="0" y="877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7146" t="0" r="-104689" b="2705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544166" cy="886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8"/>
                </a:lnSpc>
              </a:pPr>
              <a:r>
                <a:rPr lang="en-US" sz="330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✓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495276" y="6940296"/>
            <a:ext cx="1673352" cy="597408"/>
            <a:chOff x="0" y="0"/>
            <a:chExt cx="2231136" cy="79654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31136" cy="796544"/>
            </a:xfrm>
            <a:custGeom>
              <a:avLst/>
              <a:gdLst/>
              <a:ahLst/>
              <a:cxnLst/>
              <a:rect r="r" b="b" t="t" l="l"/>
              <a:pathLst>
                <a:path h="796544" w="2231136">
                  <a:moveTo>
                    <a:pt x="0" y="0"/>
                  </a:moveTo>
                  <a:lnTo>
                    <a:pt x="2231136" y="0"/>
                  </a:lnTo>
                  <a:lnTo>
                    <a:pt x="2231136" y="796544"/>
                  </a:lnTo>
                  <a:lnTo>
                    <a:pt x="0" y="796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7" r="0" b="65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231136" cy="806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08"/>
                </a:lnSpc>
              </a:pPr>
              <a:r>
                <a:rPr lang="en-US" sz="300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953363" y="7021373"/>
            <a:ext cx="567690" cy="567690"/>
            <a:chOff x="0" y="0"/>
            <a:chExt cx="756920" cy="7569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CE7E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024610" y="6945820"/>
            <a:ext cx="425196" cy="718795"/>
            <a:chOff x="0" y="0"/>
            <a:chExt cx="566928" cy="95839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66928" cy="958393"/>
            </a:xfrm>
            <a:custGeom>
              <a:avLst/>
              <a:gdLst/>
              <a:ahLst/>
              <a:cxnLst/>
              <a:rect r="r" b="b" t="t" l="l"/>
              <a:pathLst>
                <a:path h="958393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958393"/>
                  </a:lnTo>
                  <a:lnTo>
                    <a:pt x="0" y="9583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81" t="0" r="-86581" b="3702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566928" cy="967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49"/>
                </a:lnSpc>
              </a:pPr>
              <a:r>
                <a:rPr lang="en-US" sz="3600" b="true">
                  <a:solidFill>
                    <a:srgbClr val="C8435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×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4634972" y="6940296"/>
            <a:ext cx="1467612" cy="597408"/>
            <a:chOff x="0" y="0"/>
            <a:chExt cx="1956816" cy="7965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956816" cy="796544"/>
            </a:xfrm>
            <a:custGeom>
              <a:avLst/>
              <a:gdLst/>
              <a:ahLst/>
              <a:cxnLst/>
              <a:rect r="r" b="b" t="t" l="l"/>
              <a:pathLst>
                <a:path h="796544" w="1956816">
                  <a:moveTo>
                    <a:pt x="0" y="0"/>
                  </a:moveTo>
                  <a:lnTo>
                    <a:pt x="1956816" y="0"/>
                  </a:lnTo>
                  <a:lnTo>
                    <a:pt x="1956816" y="796544"/>
                  </a:lnTo>
                  <a:lnTo>
                    <a:pt x="0" y="796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7" r="0" b="736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956816" cy="806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08"/>
                </a:lnSpc>
              </a:pPr>
              <a:r>
                <a:rPr lang="en-US" sz="3000" b="true">
                  <a:solidFill>
                    <a:srgbClr val="C8435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49908" y="9093708"/>
            <a:ext cx="15348204" cy="511131"/>
            <a:chOff x="0" y="0"/>
            <a:chExt cx="20464272" cy="68150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464272" cy="681507"/>
            </a:xfrm>
            <a:custGeom>
              <a:avLst/>
              <a:gdLst/>
              <a:ahLst/>
              <a:cxnLst/>
              <a:rect r="r" b="b" t="t" l="l"/>
              <a:pathLst>
                <a:path h="681507" w="20464272">
                  <a:moveTo>
                    <a:pt x="0" y="0"/>
                  </a:moveTo>
                  <a:lnTo>
                    <a:pt x="20464272" y="0"/>
                  </a:lnTo>
                  <a:lnTo>
                    <a:pt x="20464272" y="681507"/>
                  </a:lnTo>
                  <a:lnTo>
                    <a:pt x="0" y="6815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185" r="0" b="-52400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0464272" cy="691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1"/>
                </a:lnSpc>
              </a:pPr>
              <a:r>
                <a:rPr lang="en-US" sz="255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mutant is visible only when the input exposes its difference.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18972" y="9738360"/>
            <a:ext cx="13304520" cy="281803"/>
            <a:chOff x="0" y="0"/>
            <a:chExt cx="17739360" cy="375737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7739361" cy="375737"/>
            </a:xfrm>
            <a:custGeom>
              <a:avLst/>
              <a:gdLst/>
              <a:ahLst/>
              <a:cxnLst/>
              <a:rect r="r" b="b" t="t" l="l"/>
              <a:pathLst>
                <a:path h="375737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375737"/>
                  </a:lnTo>
                  <a:lnTo>
                    <a:pt x="0" y="375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3691" r="0" b="-86616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7739360" cy="38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9"/>
                </a:lnSpc>
              </a:pPr>
              <a:r>
                <a:rPr lang="en-US" b="true" sz="1439" spc="105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MUTATION TESTING - ESHOP CASE STUDY - GROUP 12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1920"/>
            <a:chOff x="0" y="0"/>
            <a:chExt cx="24408790" cy="162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62560"/>
            </a:xfrm>
            <a:custGeom>
              <a:avLst/>
              <a:gdLst/>
              <a:ahLst/>
              <a:cxnLst/>
              <a:rect r="r" b="b" t="t" l="l"/>
              <a:pathLst>
                <a:path h="16256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6114898" cy="121920"/>
            <a:chOff x="0" y="0"/>
            <a:chExt cx="8153197" cy="162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53146" cy="162560"/>
            </a:xfrm>
            <a:custGeom>
              <a:avLst/>
              <a:gdLst/>
              <a:ahLst/>
              <a:cxnLst/>
              <a:rect r="r" b="b" t="t" l="l"/>
              <a:pathLst>
                <a:path h="162560" w="8153146">
                  <a:moveTo>
                    <a:pt x="0" y="0"/>
                  </a:moveTo>
                  <a:lnTo>
                    <a:pt x="8153146" y="0"/>
                  </a:lnTo>
                  <a:lnTo>
                    <a:pt x="8153146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8299" y="566547"/>
            <a:ext cx="197358" cy="197358"/>
            <a:chOff x="0" y="0"/>
            <a:chExt cx="263144" cy="263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cubicBezTo>
                    <a:pt x="204216" y="0"/>
                    <a:pt x="263144" y="58928"/>
                    <a:pt x="263144" y="131572"/>
                  </a:cubicBezTo>
                  <a:cubicBezTo>
                    <a:pt x="263144" y="204216"/>
                    <a:pt x="204216" y="263144"/>
                    <a:pt x="131572" y="263144"/>
                  </a:cubicBezTo>
                  <a:cubicBezTo>
                    <a:pt x="58928" y="263144"/>
                    <a:pt x="0" y="204216"/>
                    <a:pt x="0" y="131572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9576" y="466344"/>
            <a:ext cx="13441680" cy="354635"/>
            <a:chOff x="0" y="0"/>
            <a:chExt cx="17922240" cy="47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22239" cy="472846"/>
            </a:xfrm>
            <a:custGeom>
              <a:avLst/>
              <a:gdLst/>
              <a:ahLst/>
              <a:cxnLst/>
              <a:rect r="r" b="b" t="t" l="l"/>
              <a:pathLst>
                <a:path h="472846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72846"/>
                  </a:lnTo>
                  <a:lnTo>
                    <a:pt x="0" y="47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193" r="0" b="-6868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922240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b="true" sz="1800" spc="165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T10  /  THE METHOD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256" y="1083564"/>
            <a:ext cx="16527780" cy="1193292"/>
            <a:chOff x="0" y="0"/>
            <a:chExt cx="22037040" cy="15910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37039" cy="1591056"/>
            </a:xfrm>
            <a:custGeom>
              <a:avLst/>
              <a:gdLst/>
              <a:ahLst/>
              <a:cxnLst/>
              <a:rect r="r" b="b" t="t" l="l"/>
              <a:pathLst>
                <a:path h="159105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878" r="0" b="-2198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037040" cy="1600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Stryker makes mistakes. Tests hunt them.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3960">
            <a:off x="895721" y="9569006"/>
            <a:ext cx="16450828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6047720" y="9738360"/>
            <a:ext cx="1261872" cy="306734"/>
            <a:chOff x="0" y="0"/>
            <a:chExt cx="1682496" cy="408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2496" cy="408978"/>
            </a:xfrm>
            <a:custGeom>
              <a:avLst/>
              <a:gdLst/>
              <a:ahLst/>
              <a:cxnLst/>
              <a:rect r="r" b="b" t="t" l="l"/>
              <a:pathLst>
                <a:path h="408978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408978"/>
                  </a:lnTo>
                  <a:lnTo>
                    <a:pt x="0" y="4089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79" r="0" b="-226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682496" cy="418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6"/>
                </a:lnSpc>
              </a:pPr>
              <a:r>
                <a:rPr lang="en-US" sz="157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04 / 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0400" y="2885504"/>
            <a:ext cx="3693033" cy="2554605"/>
            <a:chOff x="0" y="0"/>
            <a:chExt cx="4924044" cy="34061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24044" cy="3406140"/>
            </a:xfrm>
            <a:custGeom>
              <a:avLst/>
              <a:gdLst/>
              <a:ahLst/>
              <a:cxnLst/>
              <a:rect r="r" b="b" t="t" l="l"/>
              <a:pathLst>
                <a:path h="3406140" w="4924044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4703064" y="0"/>
                  </a:lnTo>
                  <a:cubicBezTo>
                    <a:pt x="4825111" y="0"/>
                    <a:pt x="4924044" y="98933"/>
                    <a:pt x="4924044" y="220980"/>
                  </a:cubicBezTo>
                  <a:lnTo>
                    <a:pt x="4924044" y="3185160"/>
                  </a:lnTo>
                  <a:cubicBezTo>
                    <a:pt x="4924044" y="3307207"/>
                    <a:pt x="4825111" y="3406140"/>
                    <a:pt x="4703064" y="3406140"/>
                  </a:cubicBezTo>
                  <a:lnTo>
                    <a:pt x="220980" y="3406140"/>
                  </a:lnTo>
                  <a:cubicBezTo>
                    <a:pt x="98933" y="3406140"/>
                    <a:pt x="0" y="3307207"/>
                    <a:pt x="0" y="3185160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20724" y="3168396"/>
            <a:ext cx="1440180" cy="744379"/>
            <a:chOff x="0" y="0"/>
            <a:chExt cx="1920240" cy="99250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0240" cy="992505"/>
            </a:xfrm>
            <a:custGeom>
              <a:avLst/>
              <a:gdLst/>
              <a:ahLst/>
              <a:cxnLst/>
              <a:rect r="r" b="b" t="t" l="l"/>
              <a:pathLst>
                <a:path h="992505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992505"/>
                  </a:lnTo>
                  <a:lnTo>
                    <a:pt x="0" y="992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43" t="0" r="-2543" b="2076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920240" cy="1002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35"/>
                </a:lnSpc>
              </a:pPr>
              <a:r>
                <a:rPr lang="en-US" sz="375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20724" y="3867912"/>
            <a:ext cx="3017520" cy="562299"/>
            <a:chOff x="0" y="0"/>
            <a:chExt cx="4023360" cy="7497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023360" cy="749732"/>
            </a:xfrm>
            <a:custGeom>
              <a:avLst/>
              <a:gdLst/>
              <a:ahLst/>
              <a:cxnLst/>
              <a:rect r="r" b="b" t="t" l="l"/>
              <a:pathLst>
                <a:path h="74973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49732"/>
                  </a:lnTo>
                  <a:lnTo>
                    <a:pt x="0" y="749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37" r="0" b="-4969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023360" cy="75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b="true" sz="28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START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20724" y="4581144"/>
            <a:ext cx="3086100" cy="415328"/>
            <a:chOff x="0" y="0"/>
            <a:chExt cx="4114800" cy="55377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14800" cy="553771"/>
            </a:xfrm>
            <a:custGeom>
              <a:avLst/>
              <a:gdLst/>
              <a:ahLst/>
              <a:cxnLst/>
              <a:rect r="r" b="b" t="t" l="l"/>
              <a:pathLst>
                <a:path h="553771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553771"/>
                  </a:lnTo>
                  <a:lnTo>
                    <a:pt x="0" y="5537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200" r="0" b="-8936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114800" cy="553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5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Good code</a:t>
              </a:r>
            </a:p>
          </p:txBody>
        </p:sp>
      </p:grpSp>
      <p:sp>
        <p:nvSpPr>
          <p:cNvPr name="AutoShape 29" id="29"/>
          <p:cNvSpPr/>
          <p:nvPr/>
        </p:nvSpPr>
        <p:spPr>
          <a:xfrm>
            <a:off x="4603432" y="4010405"/>
            <a:ext cx="572643" cy="0"/>
          </a:xfrm>
          <a:prstGeom prst="line">
            <a:avLst/>
          </a:prstGeom>
          <a:ln cap="rnd" w="19050">
            <a:solidFill>
              <a:srgbClr val="146CB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0" id="30"/>
          <p:cNvGrpSpPr/>
          <p:nvPr/>
        </p:nvGrpSpPr>
        <p:grpSpPr>
          <a:xfrm rot="0">
            <a:off x="5176075" y="2885504"/>
            <a:ext cx="3693033" cy="2554605"/>
            <a:chOff x="0" y="0"/>
            <a:chExt cx="4924044" cy="34061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24044" cy="3406140"/>
            </a:xfrm>
            <a:custGeom>
              <a:avLst/>
              <a:gdLst/>
              <a:ahLst/>
              <a:cxnLst/>
              <a:rect r="r" b="b" t="t" l="l"/>
              <a:pathLst>
                <a:path h="3406140" w="4924044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4703064" y="0"/>
                  </a:lnTo>
                  <a:cubicBezTo>
                    <a:pt x="4825111" y="0"/>
                    <a:pt x="4924044" y="98933"/>
                    <a:pt x="4924044" y="220980"/>
                  </a:cubicBezTo>
                  <a:lnTo>
                    <a:pt x="4924044" y="3185160"/>
                  </a:lnTo>
                  <a:cubicBezTo>
                    <a:pt x="4924044" y="3307207"/>
                    <a:pt x="4825111" y="3406140"/>
                    <a:pt x="4703064" y="3406140"/>
                  </a:cubicBezTo>
                  <a:lnTo>
                    <a:pt x="220980" y="3406140"/>
                  </a:lnTo>
                  <a:cubicBezTo>
                    <a:pt x="98933" y="3406140"/>
                    <a:pt x="0" y="3307207"/>
                    <a:pt x="0" y="3185160"/>
                  </a:cubicBezTo>
                  <a:close/>
                </a:path>
              </a:pathLst>
            </a:custGeom>
            <a:solidFill>
              <a:srgbClr val="FFF1CD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486400" y="3168396"/>
            <a:ext cx="1440180" cy="744379"/>
            <a:chOff x="0" y="0"/>
            <a:chExt cx="1920240" cy="99250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20240" cy="992505"/>
            </a:xfrm>
            <a:custGeom>
              <a:avLst/>
              <a:gdLst/>
              <a:ahLst/>
              <a:cxnLst/>
              <a:rect r="r" b="b" t="t" l="l"/>
              <a:pathLst>
                <a:path h="992505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992505"/>
                  </a:lnTo>
                  <a:lnTo>
                    <a:pt x="0" y="992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43" t="0" r="-2543" b="2076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920240" cy="1002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35"/>
                </a:lnSpc>
              </a:pPr>
              <a:r>
                <a:rPr lang="en-US" sz="375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86400" y="3867912"/>
            <a:ext cx="3017520" cy="562299"/>
            <a:chOff x="0" y="0"/>
            <a:chExt cx="4023360" cy="7497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23360" cy="749732"/>
            </a:xfrm>
            <a:custGeom>
              <a:avLst/>
              <a:gdLst/>
              <a:ahLst/>
              <a:cxnLst/>
              <a:rect r="r" b="b" t="t" l="l"/>
              <a:pathLst>
                <a:path h="74973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49732"/>
                  </a:lnTo>
                  <a:lnTo>
                    <a:pt x="0" y="749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37" r="0" b="-4969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023360" cy="75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b="true" sz="28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486400" y="4581144"/>
            <a:ext cx="3086100" cy="415328"/>
            <a:chOff x="0" y="0"/>
            <a:chExt cx="4114800" cy="5537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14800" cy="553771"/>
            </a:xfrm>
            <a:custGeom>
              <a:avLst/>
              <a:gdLst/>
              <a:ahLst/>
              <a:cxnLst/>
              <a:rect r="r" b="b" t="t" l="l"/>
              <a:pathLst>
                <a:path h="553771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553771"/>
                  </a:lnTo>
                  <a:lnTo>
                    <a:pt x="0" y="5537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200" r="0" b="-8936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4114800" cy="553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5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Change one thing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41752" y="2885504"/>
            <a:ext cx="3693033" cy="2554605"/>
            <a:chOff x="0" y="0"/>
            <a:chExt cx="4924044" cy="34061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24044" cy="3406140"/>
            </a:xfrm>
            <a:custGeom>
              <a:avLst/>
              <a:gdLst/>
              <a:ahLst/>
              <a:cxnLst/>
              <a:rect r="r" b="b" t="t" l="l"/>
              <a:pathLst>
                <a:path h="3406140" w="4924044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4703064" y="0"/>
                  </a:lnTo>
                  <a:cubicBezTo>
                    <a:pt x="4825111" y="0"/>
                    <a:pt x="4924044" y="98933"/>
                    <a:pt x="4924044" y="220980"/>
                  </a:cubicBezTo>
                  <a:lnTo>
                    <a:pt x="4924044" y="3185160"/>
                  </a:lnTo>
                  <a:cubicBezTo>
                    <a:pt x="4924044" y="3307207"/>
                    <a:pt x="4825111" y="3406140"/>
                    <a:pt x="4703064" y="3406140"/>
                  </a:cubicBezTo>
                  <a:lnTo>
                    <a:pt x="220980" y="3406140"/>
                  </a:lnTo>
                  <a:cubicBezTo>
                    <a:pt x="98933" y="3406140"/>
                    <a:pt x="0" y="3307207"/>
                    <a:pt x="0" y="3185160"/>
                  </a:cubicBezTo>
                  <a:close/>
                </a:path>
              </a:pathLst>
            </a:custGeom>
            <a:solidFill>
              <a:srgbClr val="E8F4FE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752076" y="3168396"/>
            <a:ext cx="1440180" cy="744379"/>
            <a:chOff x="0" y="0"/>
            <a:chExt cx="1920240" cy="99250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20240" cy="992505"/>
            </a:xfrm>
            <a:custGeom>
              <a:avLst/>
              <a:gdLst/>
              <a:ahLst/>
              <a:cxnLst/>
              <a:rect r="r" b="b" t="t" l="l"/>
              <a:pathLst>
                <a:path h="992505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992505"/>
                  </a:lnTo>
                  <a:lnTo>
                    <a:pt x="0" y="992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43" t="0" r="-2543" b="2076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920240" cy="1002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35"/>
                </a:lnSpc>
              </a:pPr>
              <a:r>
                <a:rPr lang="en-US" sz="375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52076" y="3867912"/>
            <a:ext cx="3017520" cy="562299"/>
            <a:chOff x="0" y="0"/>
            <a:chExt cx="4023360" cy="7497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023360" cy="749732"/>
            </a:xfrm>
            <a:custGeom>
              <a:avLst/>
              <a:gdLst/>
              <a:ahLst/>
              <a:cxnLst/>
              <a:rect r="r" b="b" t="t" l="l"/>
              <a:pathLst>
                <a:path h="74973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49732"/>
                  </a:lnTo>
                  <a:lnTo>
                    <a:pt x="0" y="749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37" r="0" b="-4969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4023360" cy="75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b="true" sz="28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RETEST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52076" y="4581144"/>
            <a:ext cx="3086100" cy="415328"/>
            <a:chOff x="0" y="0"/>
            <a:chExt cx="4114800" cy="55377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14800" cy="553771"/>
            </a:xfrm>
            <a:custGeom>
              <a:avLst/>
              <a:gdLst/>
              <a:ahLst/>
              <a:cxnLst/>
              <a:rect r="r" b="b" t="t" l="l"/>
              <a:pathLst>
                <a:path h="553771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553771"/>
                  </a:lnTo>
                  <a:lnTo>
                    <a:pt x="0" y="5537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200" r="0" b="-8936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114800" cy="553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5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Run same tests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707427" y="2885504"/>
            <a:ext cx="3693033" cy="2554605"/>
            <a:chOff x="0" y="0"/>
            <a:chExt cx="4924044" cy="34061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924044" cy="3406140"/>
            </a:xfrm>
            <a:custGeom>
              <a:avLst/>
              <a:gdLst/>
              <a:ahLst/>
              <a:cxnLst/>
              <a:rect r="r" b="b" t="t" l="l"/>
              <a:pathLst>
                <a:path h="3406140" w="4924044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4703064" y="0"/>
                  </a:lnTo>
                  <a:cubicBezTo>
                    <a:pt x="4825111" y="0"/>
                    <a:pt x="4924044" y="98933"/>
                    <a:pt x="4924044" y="220980"/>
                  </a:cubicBezTo>
                  <a:lnTo>
                    <a:pt x="4924044" y="3185160"/>
                  </a:lnTo>
                  <a:cubicBezTo>
                    <a:pt x="4924044" y="3307207"/>
                    <a:pt x="4825111" y="3406140"/>
                    <a:pt x="4703064" y="3406140"/>
                  </a:cubicBezTo>
                  <a:lnTo>
                    <a:pt x="220980" y="3406140"/>
                  </a:lnTo>
                  <a:cubicBezTo>
                    <a:pt x="98933" y="3406140"/>
                    <a:pt x="0" y="3307207"/>
                    <a:pt x="0" y="3185160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4017752" y="3168396"/>
            <a:ext cx="1440180" cy="744379"/>
            <a:chOff x="0" y="0"/>
            <a:chExt cx="1920240" cy="99250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20240" cy="992505"/>
            </a:xfrm>
            <a:custGeom>
              <a:avLst/>
              <a:gdLst/>
              <a:ahLst/>
              <a:cxnLst/>
              <a:rect r="r" b="b" t="t" l="l"/>
              <a:pathLst>
                <a:path h="992505" w="1920240">
                  <a:moveTo>
                    <a:pt x="0" y="0"/>
                  </a:moveTo>
                  <a:lnTo>
                    <a:pt x="1920240" y="0"/>
                  </a:lnTo>
                  <a:lnTo>
                    <a:pt x="1920240" y="992505"/>
                  </a:lnTo>
                  <a:lnTo>
                    <a:pt x="0" y="9925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43" t="0" r="-2543" b="2076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920240" cy="10020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35"/>
                </a:lnSpc>
              </a:pPr>
              <a:r>
                <a:rPr lang="en-US" sz="375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017752" y="3867912"/>
            <a:ext cx="3017520" cy="562299"/>
            <a:chOff x="0" y="0"/>
            <a:chExt cx="4023360" cy="74973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023360" cy="749732"/>
            </a:xfrm>
            <a:custGeom>
              <a:avLst/>
              <a:gdLst/>
              <a:ahLst/>
              <a:cxnLst/>
              <a:rect r="r" b="b" t="t" l="l"/>
              <a:pathLst>
                <a:path h="74973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49732"/>
                  </a:lnTo>
                  <a:lnTo>
                    <a:pt x="0" y="749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37" r="0" b="-4969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4023360" cy="75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b="true" sz="28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DECIDE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4017752" y="4581144"/>
            <a:ext cx="3086100" cy="415328"/>
            <a:chOff x="0" y="0"/>
            <a:chExt cx="4114800" cy="5537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14800" cy="553771"/>
            </a:xfrm>
            <a:custGeom>
              <a:avLst/>
              <a:gdLst/>
              <a:ahLst/>
              <a:cxnLst/>
              <a:rect r="r" b="b" t="t" l="l"/>
              <a:pathLst>
                <a:path h="553771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553771"/>
                  </a:lnTo>
                  <a:lnTo>
                    <a:pt x="0" y="5537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200" r="0" b="-8936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4114800" cy="5537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95"/>
                </a:lnSpc>
              </a:pPr>
              <a:r>
                <a:rPr lang="en-US" sz="21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Read result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09447" y="6052947"/>
            <a:ext cx="7988046" cy="2076450"/>
            <a:chOff x="0" y="0"/>
            <a:chExt cx="10650728" cy="2768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650728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650728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0429240" y="0"/>
                  </a:lnTo>
                  <a:cubicBezTo>
                    <a:pt x="10551541" y="0"/>
                    <a:pt x="10650728" y="99187"/>
                    <a:pt x="10650728" y="221488"/>
                  </a:cubicBezTo>
                  <a:lnTo>
                    <a:pt x="10650728" y="2547112"/>
                  </a:lnTo>
                  <a:cubicBezTo>
                    <a:pt x="10650728" y="2669413"/>
                    <a:pt x="10551541" y="2768600"/>
                    <a:pt x="10429240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E1F7E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416939" y="6720135"/>
            <a:ext cx="567690" cy="567690"/>
            <a:chOff x="0" y="0"/>
            <a:chExt cx="756920" cy="7569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E1F7EC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481328" y="6674930"/>
            <a:ext cx="438912" cy="658101"/>
            <a:chOff x="0" y="0"/>
            <a:chExt cx="585216" cy="8774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85216" cy="877468"/>
            </a:xfrm>
            <a:custGeom>
              <a:avLst/>
              <a:gdLst/>
              <a:ahLst/>
              <a:cxnLst/>
              <a:rect r="r" b="b" t="t" l="l"/>
              <a:pathLst>
                <a:path h="877468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877468"/>
                  </a:lnTo>
                  <a:lnTo>
                    <a:pt x="0" y="877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0332" t="0" r="-90332" b="2705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585216" cy="886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8"/>
                </a:lnSpc>
              </a:pPr>
              <a:r>
                <a:rPr lang="en-US" sz="330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✓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2263140" y="6391656"/>
            <a:ext cx="6035040" cy="840181"/>
            <a:chOff x="0" y="0"/>
            <a:chExt cx="8046720" cy="112024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046720" cy="1120242"/>
            </a:xfrm>
            <a:custGeom>
              <a:avLst/>
              <a:gdLst/>
              <a:ahLst/>
              <a:cxnLst/>
              <a:rect r="r" b="b" t="t" l="l"/>
              <a:pathLst>
                <a:path h="1120242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120242"/>
                  </a:lnTo>
                  <a:lnTo>
                    <a:pt x="0" y="1120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883" r="0" b="-8403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8046720" cy="1129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91"/>
                </a:lnSpc>
              </a:pPr>
              <a:r>
                <a:rPr lang="en-US" sz="420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KILLED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2263140" y="7159752"/>
            <a:ext cx="6185916" cy="536715"/>
            <a:chOff x="0" y="0"/>
            <a:chExt cx="8247888" cy="7156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247888" cy="715620"/>
            </a:xfrm>
            <a:custGeom>
              <a:avLst/>
              <a:gdLst/>
              <a:ahLst/>
              <a:cxnLst/>
              <a:rect r="r" b="b" t="t" l="l"/>
              <a:pathLst>
                <a:path h="715620" w="8247888">
                  <a:moveTo>
                    <a:pt x="0" y="0"/>
                  </a:moveTo>
                  <a:lnTo>
                    <a:pt x="8247888" y="0"/>
                  </a:lnTo>
                  <a:lnTo>
                    <a:pt x="8247888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8575" r="0" b="-17057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8247888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sz="2700">
                  <a:solidFill>
                    <a:srgbClr val="2638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test fails on the changed code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262491" y="6052947"/>
            <a:ext cx="8138922" cy="2076450"/>
            <a:chOff x="0" y="0"/>
            <a:chExt cx="10851896" cy="27686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851896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851896">
                  <a:moveTo>
                    <a:pt x="0" y="221488"/>
                  </a:moveTo>
                  <a:cubicBezTo>
                    <a:pt x="0" y="99187"/>
                    <a:pt x="99187" y="0"/>
                    <a:pt x="221488" y="0"/>
                  </a:cubicBezTo>
                  <a:lnTo>
                    <a:pt x="10630408" y="0"/>
                  </a:lnTo>
                  <a:cubicBezTo>
                    <a:pt x="10752709" y="0"/>
                    <a:pt x="10851896" y="99187"/>
                    <a:pt x="10851896" y="221488"/>
                  </a:cubicBezTo>
                  <a:lnTo>
                    <a:pt x="10851896" y="2547112"/>
                  </a:lnTo>
                  <a:cubicBezTo>
                    <a:pt x="10851896" y="2669413"/>
                    <a:pt x="10752709" y="2768600"/>
                    <a:pt x="10630408" y="2768600"/>
                  </a:cubicBezTo>
                  <a:lnTo>
                    <a:pt x="221488" y="2768600"/>
                  </a:lnTo>
                  <a:cubicBezTo>
                    <a:pt x="99187" y="2768600"/>
                    <a:pt x="0" y="2669413"/>
                    <a:pt x="0" y="2547112"/>
                  </a:cubicBezTo>
                  <a:close/>
                </a:path>
              </a:pathLst>
            </a:custGeom>
            <a:solidFill>
              <a:srgbClr val="FCE7EC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769983" y="6747053"/>
            <a:ext cx="567690" cy="567690"/>
            <a:chOff x="0" y="0"/>
            <a:chExt cx="756920" cy="7569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56920" cy="756920"/>
            </a:xfrm>
            <a:custGeom>
              <a:avLst/>
              <a:gdLst/>
              <a:ahLst/>
              <a:cxnLst/>
              <a:rect r="r" b="b" t="t" l="l"/>
              <a:pathLst>
                <a:path h="756920" w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cubicBezTo>
                    <a:pt x="587502" y="0"/>
                    <a:pt x="756920" y="169418"/>
                    <a:pt x="756920" y="378460"/>
                  </a:cubicBezTo>
                  <a:cubicBezTo>
                    <a:pt x="756920" y="587502"/>
                    <a:pt x="587502" y="756920"/>
                    <a:pt x="378460" y="756920"/>
                  </a:cubicBez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FCE7EC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841230" y="6671501"/>
            <a:ext cx="425196" cy="718795"/>
            <a:chOff x="0" y="0"/>
            <a:chExt cx="566928" cy="95839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66928" cy="958393"/>
            </a:xfrm>
            <a:custGeom>
              <a:avLst/>
              <a:gdLst/>
              <a:ahLst/>
              <a:cxnLst/>
              <a:rect r="r" b="b" t="t" l="l"/>
              <a:pathLst>
                <a:path h="958393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958393"/>
                  </a:lnTo>
                  <a:lnTo>
                    <a:pt x="0" y="9583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81" t="0" r="-86581" b="3702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566928" cy="9679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49"/>
                </a:lnSpc>
              </a:pPr>
              <a:r>
                <a:rPr lang="en-US" sz="3600" b="true">
                  <a:solidFill>
                    <a:srgbClr val="C8435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×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629900" y="6391656"/>
            <a:ext cx="6103620" cy="840181"/>
            <a:chOff x="0" y="0"/>
            <a:chExt cx="8138160" cy="112024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138160" cy="1120242"/>
            </a:xfrm>
            <a:custGeom>
              <a:avLst/>
              <a:gdLst/>
              <a:ahLst/>
              <a:cxnLst/>
              <a:rect r="r" b="b" t="t" l="l"/>
              <a:pathLst>
                <a:path h="1120242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1120242"/>
                  </a:lnTo>
                  <a:lnTo>
                    <a:pt x="0" y="1120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474" r="0" b="-8562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8138160" cy="1129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91"/>
                </a:lnSpc>
              </a:pPr>
              <a:r>
                <a:rPr lang="en-US" sz="4200" b="true">
                  <a:solidFill>
                    <a:srgbClr val="C8435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SURVIVED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629900" y="7159752"/>
            <a:ext cx="6076188" cy="536715"/>
            <a:chOff x="0" y="0"/>
            <a:chExt cx="8101584" cy="7156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8101584" cy="715620"/>
            </a:xfrm>
            <a:custGeom>
              <a:avLst/>
              <a:gdLst/>
              <a:ahLst/>
              <a:cxnLst/>
              <a:rect r="r" b="b" t="t" l="l"/>
              <a:pathLst>
                <a:path h="715620" w="8101584">
                  <a:moveTo>
                    <a:pt x="0" y="0"/>
                  </a:moveTo>
                  <a:lnTo>
                    <a:pt x="8101584" y="0"/>
                  </a:lnTo>
                  <a:lnTo>
                    <a:pt x="8101584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591" r="0" b="-16659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"/>
              <a:ext cx="8101584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sz="2700">
                  <a:solidFill>
                    <a:srgbClr val="2638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tests still pass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2870835" y="8494395"/>
            <a:ext cx="12528042" cy="677418"/>
            <a:chOff x="0" y="0"/>
            <a:chExt cx="16704056" cy="90322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6704056" cy="903224"/>
            </a:xfrm>
            <a:custGeom>
              <a:avLst/>
              <a:gdLst/>
              <a:ahLst/>
              <a:cxnLst/>
              <a:rect r="r" b="b" t="t" l="l"/>
              <a:pathLst>
                <a:path h="903224" w="16704056">
                  <a:moveTo>
                    <a:pt x="0" y="225806"/>
                  </a:moveTo>
                  <a:cubicBezTo>
                    <a:pt x="0" y="101092"/>
                    <a:pt x="101092" y="0"/>
                    <a:pt x="225806" y="0"/>
                  </a:cubicBezTo>
                  <a:lnTo>
                    <a:pt x="16478250" y="0"/>
                  </a:lnTo>
                  <a:cubicBezTo>
                    <a:pt x="16602963" y="0"/>
                    <a:pt x="16704056" y="101092"/>
                    <a:pt x="16704056" y="225806"/>
                  </a:cubicBezTo>
                  <a:lnTo>
                    <a:pt x="16704056" y="677418"/>
                  </a:lnTo>
                  <a:cubicBezTo>
                    <a:pt x="16704056" y="802132"/>
                    <a:pt x="16602965" y="903224"/>
                    <a:pt x="16478250" y="903224"/>
                  </a:cubicBezTo>
                  <a:lnTo>
                    <a:pt x="225806" y="903224"/>
                  </a:lnTo>
                  <a:cubicBezTo>
                    <a:pt x="101092" y="903224"/>
                    <a:pt x="0" y="802132"/>
                    <a:pt x="0" y="677418"/>
                  </a:cubicBezTo>
                  <a:close/>
                </a:path>
              </a:pathLst>
            </a:custGeom>
            <a:solidFill>
              <a:srgbClr val="142B43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3168396" y="8572500"/>
            <a:ext cx="11932920" cy="511131"/>
            <a:chOff x="0" y="0"/>
            <a:chExt cx="15910560" cy="68150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5910561" cy="681507"/>
            </a:xfrm>
            <a:custGeom>
              <a:avLst/>
              <a:gdLst/>
              <a:ahLst/>
              <a:cxnLst/>
              <a:rect r="r" b="b" t="t" l="l"/>
              <a:pathLst>
                <a:path h="681507" w="15910561">
                  <a:moveTo>
                    <a:pt x="0" y="0"/>
                  </a:moveTo>
                  <a:lnTo>
                    <a:pt x="15910561" y="0"/>
                  </a:lnTo>
                  <a:lnTo>
                    <a:pt x="15910561" y="681507"/>
                  </a:lnTo>
                  <a:lnTo>
                    <a:pt x="0" y="6815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6597" r="0" b="-403202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15910560" cy="691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1"/>
                </a:lnSpc>
              </a:pPr>
              <a:r>
                <a:rPr lang="en-US" sz="25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SURVIVOR is a clue to investigate, not proof of a bug.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18972" y="9738360"/>
            <a:ext cx="13304520" cy="281803"/>
            <a:chOff x="0" y="0"/>
            <a:chExt cx="17739360" cy="37573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7739361" cy="375737"/>
            </a:xfrm>
            <a:custGeom>
              <a:avLst/>
              <a:gdLst/>
              <a:ahLst/>
              <a:cxnLst/>
              <a:rect r="r" b="b" t="t" l="l"/>
              <a:pathLst>
                <a:path h="375737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375737"/>
                  </a:lnTo>
                  <a:lnTo>
                    <a:pt x="0" y="375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3691" r="0" b="-866169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17739360" cy="38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9"/>
                </a:lnSpc>
              </a:pPr>
              <a:r>
                <a:rPr lang="en-US" b="true" sz="1439" spc="105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MUTATION TESTING - ESHOP CASE STUDY - GROUP 12</a:t>
              </a:r>
            </a:p>
          </p:txBody>
        </p:sp>
      </p:grpSp>
      <p:sp>
        <p:nvSpPr>
          <p:cNvPr name="AutoShape 97" id="97"/>
          <p:cNvSpPr/>
          <p:nvPr/>
        </p:nvSpPr>
        <p:spPr>
          <a:xfrm>
            <a:off x="8869108" y="4000880"/>
            <a:ext cx="572643" cy="0"/>
          </a:xfrm>
          <a:prstGeom prst="line">
            <a:avLst/>
          </a:prstGeom>
          <a:ln cap="rnd" w="19050">
            <a:solidFill>
              <a:srgbClr val="146CB2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8" id="98"/>
          <p:cNvSpPr/>
          <p:nvPr/>
        </p:nvSpPr>
        <p:spPr>
          <a:xfrm>
            <a:off x="13134785" y="4019930"/>
            <a:ext cx="572643" cy="0"/>
          </a:xfrm>
          <a:prstGeom prst="line">
            <a:avLst/>
          </a:prstGeom>
          <a:ln cap="rnd" w="19050">
            <a:solidFill>
              <a:srgbClr val="146CB2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1920"/>
            <a:chOff x="0" y="0"/>
            <a:chExt cx="24408790" cy="162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62560"/>
            </a:xfrm>
            <a:custGeom>
              <a:avLst/>
              <a:gdLst/>
              <a:ahLst/>
              <a:cxnLst/>
              <a:rect r="r" b="b" t="t" l="l"/>
              <a:pathLst>
                <a:path h="16256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7638860" cy="121920"/>
            <a:chOff x="0" y="0"/>
            <a:chExt cx="10185146" cy="162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85146" cy="162560"/>
            </a:xfrm>
            <a:custGeom>
              <a:avLst/>
              <a:gdLst/>
              <a:ahLst/>
              <a:cxnLst/>
              <a:rect r="r" b="b" t="t" l="l"/>
              <a:pathLst>
                <a:path h="162560" w="10185146">
                  <a:moveTo>
                    <a:pt x="0" y="0"/>
                  </a:moveTo>
                  <a:lnTo>
                    <a:pt x="10185146" y="0"/>
                  </a:lnTo>
                  <a:lnTo>
                    <a:pt x="10185146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8299" y="566547"/>
            <a:ext cx="197358" cy="197358"/>
            <a:chOff x="0" y="0"/>
            <a:chExt cx="263144" cy="263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cubicBezTo>
                    <a:pt x="204216" y="0"/>
                    <a:pt x="263144" y="58928"/>
                    <a:pt x="263144" y="131572"/>
                  </a:cubicBezTo>
                  <a:cubicBezTo>
                    <a:pt x="263144" y="204216"/>
                    <a:pt x="204216" y="263144"/>
                    <a:pt x="131572" y="263144"/>
                  </a:cubicBezTo>
                  <a:cubicBezTo>
                    <a:pt x="58928" y="263144"/>
                    <a:pt x="0" y="204216"/>
                    <a:pt x="0" y="131572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9576" y="466344"/>
            <a:ext cx="13441680" cy="354635"/>
            <a:chOff x="0" y="0"/>
            <a:chExt cx="17922240" cy="47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22239" cy="472846"/>
            </a:xfrm>
            <a:custGeom>
              <a:avLst/>
              <a:gdLst/>
              <a:ahLst/>
              <a:cxnLst/>
              <a:rect r="r" b="b" t="t" l="l"/>
              <a:pathLst>
                <a:path h="472846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72846"/>
                  </a:lnTo>
                  <a:lnTo>
                    <a:pt x="0" y="47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193" r="0" b="-6868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922240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b="true" sz="1800" spc="165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T10  /  OUR REAL CASE STUDY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256" y="1083564"/>
            <a:ext cx="16527780" cy="1193292"/>
            <a:chOff x="0" y="0"/>
            <a:chExt cx="22037040" cy="15910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37039" cy="1591056"/>
            </a:xfrm>
            <a:custGeom>
              <a:avLst/>
              <a:gdLst/>
              <a:ahLst/>
              <a:cxnLst/>
              <a:rect r="r" b="b" t="t" l="l"/>
              <a:pathLst>
                <a:path h="159105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878" r="0" b="-2198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037040" cy="1600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 tested an online shop backend.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3960">
            <a:off x="895721" y="9569006"/>
            <a:ext cx="16450828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6047720" y="9738360"/>
            <a:ext cx="1261872" cy="306734"/>
            <a:chOff x="0" y="0"/>
            <a:chExt cx="1682496" cy="408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2496" cy="408978"/>
            </a:xfrm>
            <a:custGeom>
              <a:avLst/>
              <a:gdLst/>
              <a:ahLst/>
              <a:cxnLst/>
              <a:rect r="r" b="b" t="t" l="l"/>
              <a:pathLst>
                <a:path h="408978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408978"/>
                  </a:lnTo>
                  <a:lnTo>
                    <a:pt x="0" y="4089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79" r="0" b="-226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682496" cy="418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6"/>
                </a:lnSpc>
              </a:pPr>
              <a:r>
                <a:rPr lang="en-US" sz="157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05 / 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9447" y="2733675"/>
            <a:ext cx="4586478" cy="5491734"/>
            <a:chOff x="0" y="0"/>
            <a:chExt cx="6115304" cy="73223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15304" cy="7322312"/>
            </a:xfrm>
            <a:custGeom>
              <a:avLst/>
              <a:gdLst/>
              <a:ahLst/>
              <a:cxnLst/>
              <a:rect r="r" b="b" t="t" l="l"/>
              <a:pathLst>
                <a:path h="7322312" w="6115304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5894959" y="0"/>
                  </a:lnTo>
                  <a:cubicBezTo>
                    <a:pt x="6016625" y="0"/>
                    <a:pt x="6115304" y="98679"/>
                    <a:pt x="6115304" y="220345"/>
                  </a:cubicBezTo>
                  <a:lnTo>
                    <a:pt x="6115304" y="7101967"/>
                  </a:lnTo>
                  <a:cubicBezTo>
                    <a:pt x="6115304" y="7223633"/>
                    <a:pt x="6016625" y="7322312"/>
                    <a:pt x="5894959" y="7322312"/>
                  </a:cubicBezTo>
                  <a:lnTo>
                    <a:pt x="220345" y="7322312"/>
                  </a:lnTo>
                  <a:cubicBezTo>
                    <a:pt x="98679" y="7322312"/>
                    <a:pt x="0" y="7223633"/>
                    <a:pt x="0" y="7101967"/>
                  </a:cubicBezTo>
                  <a:close/>
                </a:path>
              </a:pathLst>
            </a:custGeom>
            <a:solidFill>
              <a:srgbClr val="142B4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9304" y="3291840"/>
            <a:ext cx="3840480" cy="2555653"/>
            <a:chOff x="0" y="0"/>
            <a:chExt cx="5120640" cy="340753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3407537"/>
            </a:xfrm>
            <a:custGeom>
              <a:avLst/>
              <a:gdLst/>
              <a:ahLst/>
              <a:cxnLst/>
              <a:rect r="r" b="b" t="t" l="l"/>
              <a:pathLst>
                <a:path h="3407537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3407537"/>
                  </a:lnTo>
                  <a:lnTo>
                    <a:pt x="0" y="3407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027" t="0" r="-10027" b="2969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120640" cy="34456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759"/>
                </a:lnSpc>
              </a:pPr>
              <a:r>
                <a:rPr lang="en-US" sz="127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88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16736" y="5376672"/>
            <a:ext cx="3579876" cy="699516"/>
            <a:chOff x="0" y="0"/>
            <a:chExt cx="4773168" cy="9326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73168" cy="932688"/>
            </a:xfrm>
            <a:custGeom>
              <a:avLst/>
              <a:gdLst/>
              <a:ahLst/>
              <a:cxnLst/>
              <a:rect r="r" b="b" t="t" l="l"/>
              <a:pathLst>
                <a:path h="932688" w="4773168">
                  <a:moveTo>
                    <a:pt x="0" y="0"/>
                  </a:moveTo>
                  <a:lnTo>
                    <a:pt x="4773168" y="0"/>
                  </a:lnTo>
                  <a:lnTo>
                    <a:pt x="4773168" y="932688"/>
                  </a:lnTo>
                  <a:lnTo>
                    <a:pt x="0" y="932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17" r="0" b="-4971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773168" cy="942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sz="28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PASSING TESTS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0452" y="6515100"/>
            <a:ext cx="3675888" cy="534924"/>
            <a:chOff x="0" y="0"/>
            <a:chExt cx="4901184" cy="7132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01184" cy="713232"/>
            </a:xfrm>
            <a:custGeom>
              <a:avLst/>
              <a:gdLst/>
              <a:ahLst/>
              <a:cxnLst/>
              <a:rect r="r" b="b" t="t" l="l"/>
              <a:pathLst>
                <a:path h="713232" w="4901184">
                  <a:moveTo>
                    <a:pt x="0" y="0"/>
                  </a:moveTo>
                  <a:lnTo>
                    <a:pt x="4901184" y="0"/>
                  </a:lnTo>
                  <a:lnTo>
                    <a:pt x="4901184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897" r="0" b="-8389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901184" cy="7227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1"/>
                </a:lnSpc>
              </a:pPr>
              <a:r>
                <a:rPr lang="en-US" sz="2550">
                  <a:solidFill>
                    <a:srgbClr val="C6D8E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Our starting point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793296" y="2734628"/>
            <a:ext cx="3542157" cy="5489829"/>
            <a:chOff x="0" y="0"/>
            <a:chExt cx="4722876" cy="73197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22876" cy="7319772"/>
            </a:xfrm>
            <a:custGeom>
              <a:avLst/>
              <a:gdLst/>
              <a:ahLst/>
              <a:cxnLst/>
              <a:rect r="r" b="b" t="t" l="l"/>
              <a:pathLst>
                <a:path h="7319772" w="4722876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4502404" y="0"/>
                  </a:lnTo>
                  <a:cubicBezTo>
                    <a:pt x="4624197" y="0"/>
                    <a:pt x="4722876" y="98679"/>
                    <a:pt x="4722876" y="220472"/>
                  </a:cubicBezTo>
                  <a:lnTo>
                    <a:pt x="4722876" y="7099300"/>
                  </a:lnTo>
                  <a:cubicBezTo>
                    <a:pt x="4722876" y="7221093"/>
                    <a:pt x="4624197" y="7319772"/>
                    <a:pt x="4502404" y="7319772"/>
                  </a:cubicBezTo>
                  <a:lnTo>
                    <a:pt x="220472" y="7319772"/>
                  </a:lnTo>
                  <a:cubicBezTo>
                    <a:pt x="98679" y="7319772"/>
                    <a:pt x="0" y="7221093"/>
                    <a:pt x="0" y="7099300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792343" y="2733675"/>
            <a:ext cx="3544062" cy="238506"/>
            <a:chOff x="0" y="0"/>
            <a:chExt cx="4725416" cy="3180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25416" cy="318008"/>
            </a:xfrm>
            <a:custGeom>
              <a:avLst/>
              <a:gdLst/>
              <a:ahLst/>
              <a:cxnLst/>
              <a:rect r="r" b="b" t="t" l="l"/>
              <a:pathLst>
                <a:path h="318008" w="4725416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lnTo>
                    <a:pt x="4566412" y="0"/>
                  </a:lnTo>
                  <a:cubicBezTo>
                    <a:pt x="4654169" y="0"/>
                    <a:pt x="4725416" y="71247"/>
                    <a:pt x="4725416" y="159004"/>
                  </a:cubicBezTo>
                  <a:cubicBezTo>
                    <a:pt x="4725416" y="246761"/>
                    <a:pt x="4654169" y="318008"/>
                    <a:pt x="4566412" y="318008"/>
                  </a:cubicBezTo>
                  <a:lnTo>
                    <a:pt x="159004" y="318008"/>
                  </a:ln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E8F4F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076188" y="3209544"/>
            <a:ext cx="2798064" cy="1594085"/>
            <a:chOff x="0" y="0"/>
            <a:chExt cx="3730752" cy="212544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730752" cy="2125447"/>
            </a:xfrm>
            <a:custGeom>
              <a:avLst/>
              <a:gdLst/>
              <a:ahLst/>
              <a:cxnLst/>
              <a:rect r="r" b="b" t="t" l="l"/>
              <a:pathLst>
                <a:path h="2125447" w="3730752">
                  <a:moveTo>
                    <a:pt x="0" y="0"/>
                  </a:moveTo>
                  <a:lnTo>
                    <a:pt x="3730752" y="0"/>
                  </a:lnTo>
                  <a:lnTo>
                    <a:pt x="3730752" y="2125447"/>
                  </a:lnTo>
                  <a:lnTo>
                    <a:pt x="0" y="2125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91" t="0" r="-8491" b="1997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730752" cy="21635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826"/>
                </a:lnSpc>
              </a:pPr>
              <a:r>
                <a:rPr lang="en-US" b="true" sz="79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36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048756" y="4992624"/>
            <a:ext cx="2948940" cy="1001268"/>
            <a:chOff x="0" y="0"/>
            <a:chExt cx="3931920" cy="133502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31920" cy="1335024"/>
            </a:xfrm>
            <a:custGeom>
              <a:avLst/>
              <a:gdLst/>
              <a:ahLst/>
              <a:cxnLst/>
              <a:rect r="r" b="b" t="t" l="l"/>
              <a:pathLst>
                <a:path h="133502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335024"/>
                  </a:lnTo>
                  <a:lnTo>
                    <a:pt x="0" y="1335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7" r="0" b="-738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931920" cy="1344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3"/>
                </a:lnSpc>
              </a:pPr>
              <a:r>
                <a:rPr lang="en-US" sz="3150" b="true">
                  <a:solidFill>
                    <a:srgbClr val="2638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Cart &amp; Orders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048756" y="6295644"/>
            <a:ext cx="2948940" cy="946404"/>
            <a:chOff x="0" y="0"/>
            <a:chExt cx="3931920" cy="12618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31920" cy="1261872"/>
            </a:xfrm>
            <a:custGeom>
              <a:avLst/>
              <a:gdLst/>
              <a:ahLst/>
              <a:cxnLst/>
              <a:rect r="r" b="b" t="t" l="l"/>
              <a:pathLst>
                <a:path h="1261872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261872"/>
                  </a:lnTo>
                  <a:lnTo>
                    <a:pt x="0" y="126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4" r="0" b="-1071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931920" cy="1261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6"/>
                </a:lnSpc>
              </a:pP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Add items and place orders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20060" y="2734628"/>
            <a:ext cx="3542157" cy="5489829"/>
            <a:chOff x="0" y="0"/>
            <a:chExt cx="4722876" cy="73197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22876" cy="7319772"/>
            </a:xfrm>
            <a:custGeom>
              <a:avLst/>
              <a:gdLst/>
              <a:ahLst/>
              <a:cxnLst/>
              <a:rect r="r" b="b" t="t" l="l"/>
              <a:pathLst>
                <a:path h="7319772" w="4722876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4502404" y="0"/>
                  </a:lnTo>
                  <a:cubicBezTo>
                    <a:pt x="4624197" y="0"/>
                    <a:pt x="4722876" y="98679"/>
                    <a:pt x="4722876" y="220472"/>
                  </a:cubicBezTo>
                  <a:lnTo>
                    <a:pt x="4722876" y="7099300"/>
                  </a:lnTo>
                  <a:cubicBezTo>
                    <a:pt x="4722876" y="7221093"/>
                    <a:pt x="4624197" y="7319772"/>
                    <a:pt x="4502404" y="7319772"/>
                  </a:cubicBezTo>
                  <a:lnTo>
                    <a:pt x="220472" y="7319772"/>
                  </a:lnTo>
                  <a:cubicBezTo>
                    <a:pt x="98679" y="7319772"/>
                    <a:pt x="0" y="7221093"/>
                    <a:pt x="0" y="7099300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619107" y="2733675"/>
            <a:ext cx="3544062" cy="238506"/>
            <a:chOff x="0" y="0"/>
            <a:chExt cx="4725416" cy="3180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25416" cy="318008"/>
            </a:xfrm>
            <a:custGeom>
              <a:avLst/>
              <a:gdLst/>
              <a:ahLst/>
              <a:cxnLst/>
              <a:rect r="r" b="b" t="t" l="l"/>
              <a:pathLst>
                <a:path h="318008" w="4725416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lnTo>
                    <a:pt x="4566412" y="0"/>
                  </a:lnTo>
                  <a:cubicBezTo>
                    <a:pt x="4654169" y="0"/>
                    <a:pt x="4725416" y="71247"/>
                    <a:pt x="4725416" y="159004"/>
                  </a:cubicBezTo>
                  <a:cubicBezTo>
                    <a:pt x="4725416" y="246761"/>
                    <a:pt x="4654169" y="318008"/>
                    <a:pt x="4566412" y="318008"/>
                  </a:cubicBezTo>
                  <a:lnTo>
                    <a:pt x="159004" y="318008"/>
                  </a:ln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FFF1CD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902952" y="3209544"/>
            <a:ext cx="2798064" cy="1594085"/>
            <a:chOff x="0" y="0"/>
            <a:chExt cx="3730752" cy="212544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730752" cy="2125447"/>
            </a:xfrm>
            <a:custGeom>
              <a:avLst/>
              <a:gdLst/>
              <a:ahLst/>
              <a:cxnLst/>
              <a:rect r="r" b="b" t="t" l="l"/>
              <a:pathLst>
                <a:path h="2125447" w="3730752">
                  <a:moveTo>
                    <a:pt x="0" y="0"/>
                  </a:moveTo>
                  <a:lnTo>
                    <a:pt x="3730752" y="0"/>
                  </a:lnTo>
                  <a:lnTo>
                    <a:pt x="3730752" y="2125447"/>
                  </a:lnTo>
                  <a:lnTo>
                    <a:pt x="0" y="2125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91" t="0" r="-8491" b="1997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730752" cy="21635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826"/>
                </a:lnSpc>
              </a:pPr>
              <a:r>
                <a:rPr lang="en-US" b="true" sz="79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26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875520" y="4992624"/>
            <a:ext cx="2948940" cy="1001268"/>
            <a:chOff x="0" y="0"/>
            <a:chExt cx="3931920" cy="13350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31920" cy="1335024"/>
            </a:xfrm>
            <a:custGeom>
              <a:avLst/>
              <a:gdLst/>
              <a:ahLst/>
              <a:cxnLst/>
              <a:rect r="r" b="b" t="t" l="l"/>
              <a:pathLst>
                <a:path h="133502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335024"/>
                  </a:lnTo>
                  <a:lnTo>
                    <a:pt x="0" y="1335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7" r="0" b="-738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931920" cy="1344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3"/>
                </a:lnSpc>
              </a:pPr>
              <a:r>
                <a:rPr lang="en-US" sz="3150" b="true">
                  <a:solidFill>
                    <a:srgbClr val="2638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Coupons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875520" y="6295644"/>
            <a:ext cx="2948940" cy="946404"/>
            <a:chOff x="0" y="0"/>
            <a:chExt cx="3931920" cy="126187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931920" cy="1261872"/>
            </a:xfrm>
            <a:custGeom>
              <a:avLst/>
              <a:gdLst/>
              <a:ahLst/>
              <a:cxnLst/>
              <a:rect r="r" b="b" t="t" l="l"/>
              <a:pathLst>
                <a:path h="1261872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261872"/>
                  </a:lnTo>
                  <a:lnTo>
                    <a:pt x="0" y="126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4" r="0" b="-1071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931920" cy="1261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6"/>
                </a:lnSpc>
              </a:pP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Discount and usage limits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446824" y="2734628"/>
            <a:ext cx="3542157" cy="5489829"/>
            <a:chOff x="0" y="0"/>
            <a:chExt cx="4722876" cy="73197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722876" cy="7319772"/>
            </a:xfrm>
            <a:custGeom>
              <a:avLst/>
              <a:gdLst/>
              <a:ahLst/>
              <a:cxnLst/>
              <a:rect r="r" b="b" t="t" l="l"/>
              <a:pathLst>
                <a:path h="7319772" w="4722876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4502404" y="0"/>
                  </a:lnTo>
                  <a:cubicBezTo>
                    <a:pt x="4624197" y="0"/>
                    <a:pt x="4722876" y="98679"/>
                    <a:pt x="4722876" y="220472"/>
                  </a:cubicBezTo>
                  <a:lnTo>
                    <a:pt x="4722876" y="7099300"/>
                  </a:lnTo>
                  <a:cubicBezTo>
                    <a:pt x="4722876" y="7221093"/>
                    <a:pt x="4624197" y="7319772"/>
                    <a:pt x="4502404" y="7319772"/>
                  </a:cubicBezTo>
                  <a:lnTo>
                    <a:pt x="220472" y="7319772"/>
                  </a:lnTo>
                  <a:cubicBezTo>
                    <a:pt x="98679" y="7319772"/>
                    <a:pt x="0" y="7221093"/>
                    <a:pt x="0" y="7099300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3445871" y="2733675"/>
            <a:ext cx="3544062" cy="238506"/>
            <a:chOff x="0" y="0"/>
            <a:chExt cx="4725416" cy="31800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725416" cy="318008"/>
            </a:xfrm>
            <a:custGeom>
              <a:avLst/>
              <a:gdLst/>
              <a:ahLst/>
              <a:cxnLst/>
              <a:rect r="r" b="b" t="t" l="l"/>
              <a:pathLst>
                <a:path h="318008" w="4725416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lnTo>
                    <a:pt x="4566412" y="0"/>
                  </a:lnTo>
                  <a:cubicBezTo>
                    <a:pt x="4654169" y="0"/>
                    <a:pt x="4725416" y="71247"/>
                    <a:pt x="4725416" y="159004"/>
                  </a:cubicBezTo>
                  <a:cubicBezTo>
                    <a:pt x="4725416" y="246761"/>
                    <a:pt x="4654169" y="318008"/>
                    <a:pt x="4566412" y="318008"/>
                  </a:cubicBezTo>
                  <a:lnTo>
                    <a:pt x="159004" y="318008"/>
                  </a:lnTo>
                  <a:cubicBezTo>
                    <a:pt x="71247" y="318008"/>
                    <a:pt x="0" y="246761"/>
                    <a:pt x="0" y="159004"/>
                  </a:cubicBezTo>
                  <a:close/>
                </a:path>
              </a:pathLst>
            </a:custGeom>
            <a:solidFill>
              <a:srgbClr val="E1F7E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729716" y="3209544"/>
            <a:ext cx="2798064" cy="1594085"/>
            <a:chOff x="0" y="0"/>
            <a:chExt cx="3730752" cy="212544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730752" cy="2125447"/>
            </a:xfrm>
            <a:custGeom>
              <a:avLst/>
              <a:gdLst/>
              <a:ahLst/>
              <a:cxnLst/>
              <a:rect r="r" b="b" t="t" l="l"/>
              <a:pathLst>
                <a:path h="2125447" w="3730752">
                  <a:moveTo>
                    <a:pt x="0" y="0"/>
                  </a:moveTo>
                  <a:lnTo>
                    <a:pt x="3730752" y="0"/>
                  </a:lnTo>
                  <a:lnTo>
                    <a:pt x="3730752" y="2125447"/>
                  </a:lnTo>
                  <a:lnTo>
                    <a:pt x="0" y="21254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91" t="0" r="-8491" b="1997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730752" cy="21635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826"/>
                </a:lnSpc>
              </a:pPr>
              <a:r>
                <a:rPr lang="en-US" b="true" sz="79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26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702284" y="4992624"/>
            <a:ext cx="2948940" cy="1001268"/>
            <a:chOff x="0" y="0"/>
            <a:chExt cx="3931920" cy="133502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931920" cy="1335024"/>
            </a:xfrm>
            <a:custGeom>
              <a:avLst/>
              <a:gdLst/>
              <a:ahLst/>
              <a:cxnLst/>
              <a:rect r="r" b="b" t="t" l="l"/>
              <a:pathLst>
                <a:path h="133502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335024"/>
                  </a:lnTo>
                  <a:lnTo>
                    <a:pt x="0" y="1335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87" r="0" b="-738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3931920" cy="1344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3"/>
                </a:lnSpc>
              </a:pPr>
              <a:r>
                <a:rPr lang="en-US" sz="3150" b="true">
                  <a:solidFill>
                    <a:srgbClr val="2638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Accounts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702284" y="6295644"/>
            <a:ext cx="2948940" cy="946404"/>
            <a:chOff x="0" y="0"/>
            <a:chExt cx="3931920" cy="12618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31920" cy="1261872"/>
            </a:xfrm>
            <a:custGeom>
              <a:avLst/>
              <a:gdLst/>
              <a:ahLst/>
              <a:cxnLst/>
              <a:rect r="r" b="b" t="t" l="l"/>
              <a:pathLst>
                <a:path h="1261872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261872"/>
                  </a:lnTo>
                  <a:lnTo>
                    <a:pt x="0" y="1261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4" r="0" b="-1071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31920" cy="12618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66"/>
                </a:lnSpc>
              </a:pPr>
              <a:r>
                <a:rPr lang="en-US" sz="24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Login and access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09447" y="8466963"/>
            <a:ext cx="16478250" cy="732282"/>
            <a:chOff x="0" y="0"/>
            <a:chExt cx="21971000" cy="97637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971000" cy="976376"/>
            </a:xfrm>
            <a:custGeom>
              <a:avLst/>
              <a:gdLst/>
              <a:ahLst/>
              <a:cxnLst/>
              <a:rect r="r" b="b" t="t" l="l"/>
              <a:pathLst>
                <a:path h="976376" w="21971000">
                  <a:moveTo>
                    <a:pt x="0" y="225298"/>
                  </a:moveTo>
                  <a:cubicBezTo>
                    <a:pt x="0" y="100838"/>
                    <a:pt x="100838" y="0"/>
                    <a:pt x="225298" y="0"/>
                  </a:cubicBezTo>
                  <a:lnTo>
                    <a:pt x="21745702" y="0"/>
                  </a:lnTo>
                  <a:cubicBezTo>
                    <a:pt x="21870163" y="0"/>
                    <a:pt x="21971000" y="100838"/>
                    <a:pt x="21971000" y="225298"/>
                  </a:cubicBezTo>
                  <a:lnTo>
                    <a:pt x="21971000" y="751078"/>
                  </a:lnTo>
                  <a:cubicBezTo>
                    <a:pt x="21971000" y="875538"/>
                    <a:pt x="21870163" y="976376"/>
                    <a:pt x="21745702" y="976376"/>
                  </a:cubicBezTo>
                  <a:lnTo>
                    <a:pt x="225298" y="976376"/>
                  </a:lnTo>
                  <a:cubicBezTo>
                    <a:pt x="100838" y="976376"/>
                    <a:pt x="0" y="875538"/>
                    <a:pt x="0" y="751078"/>
                  </a:cubicBezTo>
                  <a:close/>
                </a:path>
              </a:pathLst>
            </a:custGeom>
            <a:solidFill>
              <a:srgbClr val="E8F4FE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68730" y="8564747"/>
            <a:ext cx="15759684" cy="536715"/>
            <a:chOff x="0" y="0"/>
            <a:chExt cx="21012912" cy="7156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012913" cy="715620"/>
            </a:xfrm>
            <a:custGeom>
              <a:avLst/>
              <a:gdLst/>
              <a:ahLst/>
              <a:cxnLst/>
              <a:rect r="r" b="b" t="t" l="l"/>
              <a:pathLst>
                <a:path h="715620" w="21012913">
                  <a:moveTo>
                    <a:pt x="0" y="0"/>
                  </a:moveTo>
                  <a:lnTo>
                    <a:pt x="21012913" y="0"/>
                  </a:lnTo>
                  <a:lnTo>
                    <a:pt x="21012913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255" r="0" b="-51303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21012912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7"/>
                </a:lnSpc>
              </a:pPr>
              <a:r>
                <a:rPr lang="en-US" sz="270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First we wrote passing tests. Then Stryker tested those tests.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18972" y="9738360"/>
            <a:ext cx="13304520" cy="281803"/>
            <a:chOff x="0" y="0"/>
            <a:chExt cx="17739360" cy="37573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7739361" cy="375737"/>
            </a:xfrm>
            <a:custGeom>
              <a:avLst/>
              <a:gdLst/>
              <a:ahLst/>
              <a:cxnLst/>
              <a:rect r="r" b="b" t="t" l="l"/>
              <a:pathLst>
                <a:path h="375737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375737"/>
                  </a:lnTo>
                  <a:lnTo>
                    <a:pt x="0" y="375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3691" r="0" b="-866169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17739360" cy="38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9"/>
                </a:lnSpc>
              </a:pPr>
              <a:r>
                <a:rPr lang="en-US" b="true" sz="1439" spc="105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MUTATION TESTING - ESHOP CASE STUDY - GROUP 12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1920"/>
            <a:chOff x="0" y="0"/>
            <a:chExt cx="24408790" cy="162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62560"/>
            </a:xfrm>
            <a:custGeom>
              <a:avLst/>
              <a:gdLst/>
              <a:ahLst/>
              <a:cxnLst/>
              <a:rect r="r" b="b" t="t" l="l"/>
              <a:pathLst>
                <a:path h="16256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9162821" cy="121920"/>
            <a:chOff x="0" y="0"/>
            <a:chExt cx="12217095" cy="162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17146" cy="162560"/>
            </a:xfrm>
            <a:custGeom>
              <a:avLst/>
              <a:gdLst/>
              <a:ahLst/>
              <a:cxnLst/>
              <a:rect r="r" b="b" t="t" l="l"/>
              <a:pathLst>
                <a:path h="162560" w="12217146">
                  <a:moveTo>
                    <a:pt x="0" y="0"/>
                  </a:moveTo>
                  <a:lnTo>
                    <a:pt x="12217146" y="0"/>
                  </a:lnTo>
                  <a:lnTo>
                    <a:pt x="12217146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8299" y="566547"/>
            <a:ext cx="197358" cy="197358"/>
            <a:chOff x="0" y="0"/>
            <a:chExt cx="263144" cy="263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cubicBezTo>
                    <a:pt x="204216" y="0"/>
                    <a:pt x="263144" y="58928"/>
                    <a:pt x="263144" y="131572"/>
                  </a:cubicBezTo>
                  <a:cubicBezTo>
                    <a:pt x="263144" y="204216"/>
                    <a:pt x="204216" y="263144"/>
                    <a:pt x="131572" y="263144"/>
                  </a:cubicBezTo>
                  <a:cubicBezTo>
                    <a:pt x="58928" y="263144"/>
                    <a:pt x="0" y="204216"/>
                    <a:pt x="0" y="131572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9576" y="466344"/>
            <a:ext cx="13441680" cy="354635"/>
            <a:chOff x="0" y="0"/>
            <a:chExt cx="17922240" cy="47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22239" cy="472846"/>
            </a:xfrm>
            <a:custGeom>
              <a:avLst/>
              <a:gdLst/>
              <a:ahLst/>
              <a:cxnLst/>
              <a:rect r="r" b="b" t="t" l="l"/>
              <a:pathLst>
                <a:path h="472846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72846"/>
                  </a:lnTo>
                  <a:lnTo>
                    <a:pt x="0" y="47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193" r="0" b="-6868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922240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b="true" sz="1800" spc="165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T10  /  WHY THESE TOOLS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256" y="1083564"/>
            <a:ext cx="16527780" cy="1193292"/>
            <a:chOff x="0" y="0"/>
            <a:chExt cx="22037040" cy="15910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37039" cy="1591056"/>
            </a:xfrm>
            <a:custGeom>
              <a:avLst/>
              <a:gdLst/>
              <a:ahLst/>
              <a:cxnLst/>
              <a:rect r="r" b="b" t="t" l="l"/>
              <a:pathLst>
                <a:path h="159105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878" r="0" b="-2198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037040" cy="1600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Two helpers. Different jobs. Humans decide.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3960">
            <a:off x="895721" y="9569006"/>
            <a:ext cx="16450828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6047720" y="9738360"/>
            <a:ext cx="1261872" cy="306734"/>
            <a:chOff x="0" y="0"/>
            <a:chExt cx="1682496" cy="408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2496" cy="408978"/>
            </a:xfrm>
            <a:custGeom>
              <a:avLst/>
              <a:gdLst/>
              <a:ahLst/>
              <a:cxnLst/>
              <a:rect r="r" b="b" t="t" l="l"/>
              <a:pathLst>
                <a:path h="408978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408978"/>
                  </a:lnTo>
                  <a:lnTo>
                    <a:pt x="0" y="4089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79" r="0" b="-226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682496" cy="418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6"/>
                </a:lnSpc>
              </a:pPr>
              <a:r>
                <a:rPr lang="en-US" sz="157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06 / 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0400" y="2775776"/>
            <a:ext cx="5160645" cy="5229225"/>
            <a:chOff x="0" y="0"/>
            <a:chExt cx="6880860" cy="69723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80861" cy="6972300"/>
            </a:xfrm>
            <a:custGeom>
              <a:avLst/>
              <a:gdLst/>
              <a:ahLst/>
              <a:cxnLst/>
              <a:rect r="r" b="b" t="t" l="l"/>
              <a:pathLst>
                <a:path h="6972300" w="6880861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6660642" y="0"/>
                  </a:lnTo>
                  <a:cubicBezTo>
                    <a:pt x="6782308" y="0"/>
                    <a:pt x="6880861" y="98552"/>
                    <a:pt x="6880861" y="220218"/>
                  </a:cubicBezTo>
                  <a:lnTo>
                    <a:pt x="6880861" y="6752082"/>
                  </a:lnTo>
                  <a:cubicBezTo>
                    <a:pt x="6880861" y="6873748"/>
                    <a:pt x="6782308" y="6972300"/>
                    <a:pt x="6660642" y="6972300"/>
                  </a:cubicBezTo>
                  <a:lnTo>
                    <a:pt x="220218" y="6972300"/>
                  </a:lnTo>
                  <a:cubicBezTo>
                    <a:pt x="98552" y="6972300"/>
                    <a:pt x="0" y="6873748"/>
                    <a:pt x="0" y="6752082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9447" y="2774823"/>
            <a:ext cx="5162550" cy="1061466"/>
            <a:chOff x="0" y="0"/>
            <a:chExt cx="6883400" cy="14152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83400" cy="1415288"/>
            </a:xfrm>
            <a:custGeom>
              <a:avLst/>
              <a:gdLst/>
              <a:ahLst/>
              <a:cxnLst/>
              <a:rect r="r" b="b" t="t" l="l"/>
              <a:pathLst>
                <a:path h="1415288" w="6883400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6659880" y="0"/>
                  </a:lnTo>
                  <a:cubicBezTo>
                    <a:pt x="6783324" y="0"/>
                    <a:pt x="6883400" y="100076"/>
                    <a:pt x="6883400" y="223520"/>
                  </a:cubicBezTo>
                  <a:lnTo>
                    <a:pt x="6883400" y="1191768"/>
                  </a:lnTo>
                  <a:cubicBezTo>
                    <a:pt x="6883400" y="1315212"/>
                    <a:pt x="6783324" y="1415288"/>
                    <a:pt x="6659880" y="1415288"/>
                  </a:cubicBezTo>
                  <a:lnTo>
                    <a:pt x="223520" y="1415288"/>
                  </a:lnTo>
                  <a:cubicBezTo>
                    <a:pt x="100076" y="1415288"/>
                    <a:pt x="0" y="1315212"/>
                    <a:pt x="0" y="1191768"/>
                  </a:cubicBezTo>
                  <a:close/>
                </a:path>
              </a:pathLst>
            </a:custGeom>
            <a:solidFill>
              <a:srgbClr val="E8F4F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4440" y="3044952"/>
            <a:ext cx="4512564" cy="562299"/>
            <a:chOff x="0" y="0"/>
            <a:chExt cx="6016752" cy="7497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16752" cy="749732"/>
            </a:xfrm>
            <a:custGeom>
              <a:avLst/>
              <a:gdLst/>
              <a:ahLst/>
              <a:cxnLst/>
              <a:rect r="r" b="b" t="t" l="l"/>
              <a:pathLst>
                <a:path h="749732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749732"/>
                  </a:lnTo>
                  <a:lnTo>
                    <a:pt x="0" y="749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343" r="0" b="-9539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6016752" cy="75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sz="285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STRYKERJS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34440" y="4142232"/>
            <a:ext cx="4512564" cy="809244"/>
            <a:chOff x="0" y="0"/>
            <a:chExt cx="6016752" cy="10789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16752" cy="1078992"/>
            </a:xfrm>
            <a:custGeom>
              <a:avLst/>
              <a:gdLst/>
              <a:ahLst/>
              <a:cxnLst/>
              <a:rect r="r" b="b" t="t" l="l"/>
              <a:pathLst>
                <a:path h="1078992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1078992"/>
                  </a:lnTo>
                  <a:lnTo>
                    <a:pt x="0" y="1078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653" r="0" b="-5865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016752" cy="1088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4"/>
                </a:lnSpc>
              </a:pPr>
              <a:r>
                <a:rPr lang="en-US" b="true" sz="34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Find weak tests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2347" y="5518023"/>
            <a:ext cx="169926" cy="169926"/>
            <a:chOff x="0" y="0"/>
            <a:chExt cx="226568" cy="2265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91056" y="5390388"/>
            <a:ext cx="4183380" cy="536715"/>
            <a:chOff x="0" y="0"/>
            <a:chExt cx="5577840" cy="7156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77840" cy="715620"/>
            </a:xfrm>
            <a:custGeom>
              <a:avLst/>
              <a:gdLst/>
              <a:ahLst/>
              <a:cxnLst/>
              <a:rect r="r" b="b" t="t" l="l"/>
              <a:pathLst>
                <a:path h="71562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430" r="0" b="-9531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577840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sz="2700">
                  <a:solidFill>
                    <a:srgbClr val="2638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Create mutants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52347" y="6176391"/>
            <a:ext cx="169926" cy="169926"/>
            <a:chOff x="0" y="0"/>
            <a:chExt cx="226568" cy="22656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91056" y="6048756"/>
            <a:ext cx="4183380" cy="536715"/>
            <a:chOff x="0" y="0"/>
            <a:chExt cx="5577840" cy="7156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577840" cy="715620"/>
            </a:xfrm>
            <a:custGeom>
              <a:avLst/>
              <a:gdLst/>
              <a:ahLst/>
              <a:cxnLst/>
              <a:rect r="r" b="b" t="t" l="l"/>
              <a:pathLst>
                <a:path h="71562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430" r="0" b="-9531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5577840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sz="2700">
                  <a:solidFill>
                    <a:srgbClr val="2638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Run tests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52347" y="6834759"/>
            <a:ext cx="169926" cy="169926"/>
            <a:chOff x="0" y="0"/>
            <a:chExt cx="226568" cy="2265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591056" y="6707124"/>
            <a:ext cx="4183380" cy="536715"/>
            <a:chOff x="0" y="0"/>
            <a:chExt cx="5577840" cy="7156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577840" cy="715620"/>
            </a:xfrm>
            <a:custGeom>
              <a:avLst/>
              <a:gdLst/>
              <a:ahLst/>
              <a:cxnLst/>
              <a:rect r="r" b="b" t="t" l="l"/>
              <a:pathLst>
                <a:path h="71562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430" r="0" b="-9531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5577840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sz="2700">
                  <a:solidFill>
                    <a:srgbClr val="2638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Show survivors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547675" y="2775776"/>
            <a:ext cx="5160645" cy="5229225"/>
            <a:chOff x="0" y="0"/>
            <a:chExt cx="6880860" cy="69723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880861" cy="6972300"/>
            </a:xfrm>
            <a:custGeom>
              <a:avLst/>
              <a:gdLst/>
              <a:ahLst/>
              <a:cxnLst/>
              <a:rect r="r" b="b" t="t" l="l"/>
              <a:pathLst>
                <a:path h="6972300" w="6880861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6660642" y="0"/>
                  </a:lnTo>
                  <a:cubicBezTo>
                    <a:pt x="6782308" y="0"/>
                    <a:pt x="6880861" y="98552"/>
                    <a:pt x="6880861" y="220218"/>
                  </a:cubicBezTo>
                  <a:lnTo>
                    <a:pt x="6880861" y="6752082"/>
                  </a:lnTo>
                  <a:cubicBezTo>
                    <a:pt x="6880861" y="6873748"/>
                    <a:pt x="6782308" y="6972300"/>
                    <a:pt x="6660642" y="6972300"/>
                  </a:cubicBezTo>
                  <a:lnTo>
                    <a:pt x="220218" y="6972300"/>
                  </a:lnTo>
                  <a:cubicBezTo>
                    <a:pt x="98552" y="6972300"/>
                    <a:pt x="0" y="6873748"/>
                    <a:pt x="0" y="6752082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546723" y="2774823"/>
            <a:ext cx="5162550" cy="1061466"/>
            <a:chOff x="0" y="0"/>
            <a:chExt cx="6883400" cy="14152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83400" cy="1415288"/>
            </a:xfrm>
            <a:custGeom>
              <a:avLst/>
              <a:gdLst/>
              <a:ahLst/>
              <a:cxnLst/>
              <a:rect r="r" b="b" t="t" l="l"/>
              <a:pathLst>
                <a:path h="1415288" w="6883400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6659880" y="0"/>
                  </a:lnTo>
                  <a:cubicBezTo>
                    <a:pt x="6783324" y="0"/>
                    <a:pt x="6883400" y="100076"/>
                    <a:pt x="6883400" y="223520"/>
                  </a:cubicBezTo>
                  <a:lnTo>
                    <a:pt x="6883400" y="1191768"/>
                  </a:lnTo>
                  <a:cubicBezTo>
                    <a:pt x="6883400" y="1315212"/>
                    <a:pt x="6783324" y="1415288"/>
                    <a:pt x="6659880" y="1415288"/>
                  </a:cubicBezTo>
                  <a:lnTo>
                    <a:pt x="223520" y="1415288"/>
                  </a:lnTo>
                  <a:cubicBezTo>
                    <a:pt x="100076" y="1415288"/>
                    <a:pt x="0" y="1315212"/>
                    <a:pt x="0" y="1191768"/>
                  </a:cubicBezTo>
                  <a:close/>
                </a:path>
              </a:pathLst>
            </a:custGeom>
            <a:solidFill>
              <a:srgbClr val="FFF1CD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871716" y="3044952"/>
            <a:ext cx="4512564" cy="562299"/>
            <a:chOff x="0" y="0"/>
            <a:chExt cx="6016752" cy="7497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16752" cy="749732"/>
            </a:xfrm>
            <a:custGeom>
              <a:avLst/>
              <a:gdLst/>
              <a:ahLst/>
              <a:cxnLst/>
              <a:rect r="r" b="b" t="t" l="l"/>
              <a:pathLst>
                <a:path h="749732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749732"/>
                  </a:lnTo>
                  <a:lnTo>
                    <a:pt x="0" y="749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343" r="0" b="-9539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6016752" cy="75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b="true" sz="28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ASSISTANT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871716" y="4142232"/>
            <a:ext cx="4512564" cy="1217085"/>
            <a:chOff x="0" y="0"/>
            <a:chExt cx="6016752" cy="162278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16752" cy="1622781"/>
            </a:xfrm>
            <a:custGeom>
              <a:avLst/>
              <a:gdLst/>
              <a:ahLst/>
              <a:cxnLst/>
              <a:rect r="r" b="b" t="t" l="l"/>
              <a:pathLst>
                <a:path h="1622781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1622781"/>
                  </a:lnTo>
                  <a:lnTo>
                    <a:pt x="0" y="16227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999" r="0" b="-548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6016752" cy="1632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4"/>
                </a:lnSpc>
              </a:pPr>
              <a:r>
                <a:rPr lang="en-US" b="true" sz="34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Suggest improvements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889623" y="5518023"/>
            <a:ext cx="169926" cy="169926"/>
            <a:chOff x="0" y="0"/>
            <a:chExt cx="226568" cy="22656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228332" y="5390388"/>
            <a:ext cx="4183380" cy="536715"/>
            <a:chOff x="0" y="0"/>
            <a:chExt cx="5577840" cy="7156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577840" cy="715620"/>
            </a:xfrm>
            <a:custGeom>
              <a:avLst/>
              <a:gdLst/>
              <a:ahLst/>
              <a:cxnLst/>
              <a:rect r="r" b="b" t="t" l="l"/>
              <a:pathLst>
                <a:path h="71562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430" r="0" b="-9531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5577840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sz="2700">
                  <a:solidFill>
                    <a:srgbClr val="2638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Propose assertions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889623" y="6176391"/>
            <a:ext cx="169926" cy="169926"/>
            <a:chOff x="0" y="0"/>
            <a:chExt cx="226568" cy="22656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228332" y="6048756"/>
            <a:ext cx="4183380" cy="536715"/>
            <a:chOff x="0" y="0"/>
            <a:chExt cx="5577840" cy="7156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577840" cy="715620"/>
            </a:xfrm>
            <a:custGeom>
              <a:avLst/>
              <a:gdLst/>
              <a:ahLst/>
              <a:cxnLst/>
              <a:rect r="r" b="b" t="t" l="l"/>
              <a:pathLst>
                <a:path h="71562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430" r="0" b="-9531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5577840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sz="2700">
                  <a:solidFill>
                    <a:srgbClr val="2638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Explain candidates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889623" y="6834759"/>
            <a:ext cx="169926" cy="169926"/>
            <a:chOff x="0" y="0"/>
            <a:chExt cx="226568" cy="2265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228332" y="6707124"/>
            <a:ext cx="4183380" cy="536715"/>
            <a:chOff x="0" y="0"/>
            <a:chExt cx="5577840" cy="7156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577840" cy="715620"/>
            </a:xfrm>
            <a:custGeom>
              <a:avLst/>
              <a:gdLst/>
              <a:ahLst/>
              <a:cxnLst/>
              <a:rect r="r" b="b" t="t" l="l"/>
              <a:pathLst>
                <a:path h="715620" w="5577840">
                  <a:moveTo>
                    <a:pt x="0" y="0"/>
                  </a:moveTo>
                  <a:lnTo>
                    <a:pt x="5577840" y="0"/>
                  </a:lnTo>
                  <a:lnTo>
                    <a:pt x="5577840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430" r="0" b="-9531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5577840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sz="2700">
                  <a:solidFill>
                    <a:srgbClr val="2638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 be wrong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198668" y="2775776"/>
            <a:ext cx="5188077" cy="5229225"/>
            <a:chOff x="0" y="0"/>
            <a:chExt cx="6917436" cy="69723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917437" cy="6972300"/>
            </a:xfrm>
            <a:custGeom>
              <a:avLst/>
              <a:gdLst/>
              <a:ahLst/>
              <a:cxnLst/>
              <a:rect r="r" b="b" t="t" l="l"/>
              <a:pathLst>
                <a:path h="6972300" w="6917437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6697218" y="0"/>
                  </a:lnTo>
                  <a:cubicBezTo>
                    <a:pt x="6818885" y="0"/>
                    <a:pt x="6917437" y="98552"/>
                    <a:pt x="6917437" y="220218"/>
                  </a:cubicBezTo>
                  <a:lnTo>
                    <a:pt x="6917437" y="6752082"/>
                  </a:lnTo>
                  <a:cubicBezTo>
                    <a:pt x="6917437" y="6873748"/>
                    <a:pt x="6818885" y="6972300"/>
                    <a:pt x="6697218" y="6972300"/>
                  </a:cubicBezTo>
                  <a:lnTo>
                    <a:pt x="220218" y="6972300"/>
                  </a:lnTo>
                  <a:cubicBezTo>
                    <a:pt x="98552" y="6972300"/>
                    <a:pt x="0" y="6873748"/>
                    <a:pt x="0" y="6752082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2197715" y="2774823"/>
            <a:ext cx="5189982" cy="1061466"/>
            <a:chOff x="0" y="0"/>
            <a:chExt cx="6919976" cy="141528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919976" cy="1415288"/>
            </a:xfrm>
            <a:custGeom>
              <a:avLst/>
              <a:gdLst/>
              <a:ahLst/>
              <a:cxnLst/>
              <a:rect r="r" b="b" t="t" l="l"/>
              <a:pathLst>
                <a:path h="1415288" w="6919976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6696456" y="0"/>
                  </a:lnTo>
                  <a:cubicBezTo>
                    <a:pt x="6819900" y="0"/>
                    <a:pt x="6919976" y="100076"/>
                    <a:pt x="6919976" y="223520"/>
                  </a:cubicBezTo>
                  <a:lnTo>
                    <a:pt x="6919976" y="1191768"/>
                  </a:lnTo>
                  <a:cubicBezTo>
                    <a:pt x="6919976" y="1315212"/>
                    <a:pt x="6819900" y="1415288"/>
                    <a:pt x="6696456" y="1415288"/>
                  </a:cubicBezTo>
                  <a:lnTo>
                    <a:pt x="223520" y="1415288"/>
                  </a:lnTo>
                  <a:cubicBezTo>
                    <a:pt x="100076" y="1415288"/>
                    <a:pt x="0" y="1315212"/>
                    <a:pt x="0" y="1191768"/>
                  </a:cubicBezTo>
                  <a:close/>
                </a:path>
              </a:pathLst>
            </a:custGeom>
            <a:solidFill>
              <a:srgbClr val="E1F7EC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522708" y="3044952"/>
            <a:ext cx="4539996" cy="562299"/>
            <a:chOff x="0" y="0"/>
            <a:chExt cx="6053328" cy="749732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053328" cy="749732"/>
            </a:xfrm>
            <a:custGeom>
              <a:avLst/>
              <a:gdLst/>
              <a:ahLst/>
              <a:cxnLst/>
              <a:rect r="r" b="b" t="t" l="l"/>
              <a:pathLst>
                <a:path h="749732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749732"/>
                  </a:lnTo>
                  <a:lnTo>
                    <a:pt x="0" y="749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93" r="0" b="-9635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6053328" cy="75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b="true" sz="28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HUMAN REVIEW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522708" y="4142232"/>
            <a:ext cx="4539996" cy="809244"/>
            <a:chOff x="0" y="0"/>
            <a:chExt cx="6053328" cy="107899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053328" cy="1078992"/>
            </a:xfrm>
            <a:custGeom>
              <a:avLst/>
              <a:gdLst/>
              <a:ahLst/>
              <a:cxnLst/>
              <a:rect r="r" b="b" t="t" l="l"/>
              <a:pathLst>
                <a:path h="1078992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1078992"/>
                  </a:lnTo>
                  <a:lnTo>
                    <a:pt x="0" y="10789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314" r="0" b="-5931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6053328" cy="1088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4"/>
                </a:lnSpc>
              </a:pPr>
              <a:r>
                <a:rPr lang="en-US" b="true" sz="34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Check what is right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2540615" y="5518023"/>
            <a:ext cx="169926" cy="169926"/>
            <a:chOff x="0" y="0"/>
            <a:chExt cx="226568" cy="22656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5865C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879324" y="5390388"/>
            <a:ext cx="4210812" cy="536715"/>
            <a:chOff x="0" y="0"/>
            <a:chExt cx="5614416" cy="7156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614416" cy="715620"/>
            </a:xfrm>
            <a:custGeom>
              <a:avLst/>
              <a:gdLst/>
              <a:ahLst/>
              <a:cxnLst/>
              <a:rect r="r" b="b" t="t" l="l"/>
              <a:pathLst>
                <a:path h="715620" w="5614416">
                  <a:moveTo>
                    <a:pt x="0" y="0"/>
                  </a:moveTo>
                  <a:lnTo>
                    <a:pt x="5614416" y="0"/>
                  </a:lnTo>
                  <a:lnTo>
                    <a:pt x="5614416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6" r="0" b="-9631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5614416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sz="2700">
                  <a:solidFill>
                    <a:srgbClr val="2638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Read requirements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540615" y="6176391"/>
            <a:ext cx="169926" cy="169926"/>
            <a:chOff x="0" y="0"/>
            <a:chExt cx="226568" cy="22656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5865C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879324" y="6048756"/>
            <a:ext cx="4210812" cy="536715"/>
            <a:chOff x="0" y="0"/>
            <a:chExt cx="5614416" cy="7156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614416" cy="715620"/>
            </a:xfrm>
            <a:custGeom>
              <a:avLst/>
              <a:gdLst/>
              <a:ahLst/>
              <a:cxnLst/>
              <a:rect r="r" b="b" t="t" l="l"/>
              <a:pathLst>
                <a:path h="715620" w="5614416">
                  <a:moveTo>
                    <a:pt x="0" y="0"/>
                  </a:moveTo>
                  <a:lnTo>
                    <a:pt x="5614416" y="0"/>
                  </a:lnTo>
                  <a:lnTo>
                    <a:pt x="5614416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6" r="0" b="-96314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5614416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sz="2700">
                  <a:solidFill>
                    <a:srgbClr val="2638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Accept or reject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2540615" y="6834759"/>
            <a:ext cx="169926" cy="169926"/>
            <a:chOff x="0" y="0"/>
            <a:chExt cx="226568" cy="22656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5865C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879324" y="6707124"/>
            <a:ext cx="4210812" cy="536715"/>
            <a:chOff x="0" y="0"/>
            <a:chExt cx="5614416" cy="71562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614416" cy="715620"/>
            </a:xfrm>
            <a:custGeom>
              <a:avLst/>
              <a:gdLst/>
              <a:ahLst/>
              <a:cxnLst/>
              <a:rect r="r" b="b" t="t" l="l"/>
              <a:pathLst>
                <a:path h="715620" w="5614416">
                  <a:moveTo>
                    <a:pt x="0" y="0"/>
                  </a:moveTo>
                  <a:lnTo>
                    <a:pt x="5614416" y="0"/>
                  </a:lnTo>
                  <a:lnTo>
                    <a:pt x="5614416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426" r="0" b="-96314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5614416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sz="2700">
                  <a:solidFill>
                    <a:srgbClr val="2638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Verify by running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99235" y="8398383"/>
            <a:ext cx="15380970" cy="828294"/>
            <a:chOff x="0" y="0"/>
            <a:chExt cx="20507960" cy="110439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0507961" cy="1104392"/>
            </a:xfrm>
            <a:custGeom>
              <a:avLst/>
              <a:gdLst/>
              <a:ahLst/>
              <a:cxnLst/>
              <a:rect r="r" b="b" t="t" l="l"/>
              <a:pathLst>
                <a:path h="1104392" w="20507961">
                  <a:moveTo>
                    <a:pt x="0" y="224663"/>
                  </a:moveTo>
                  <a:cubicBezTo>
                    <a:pt x="0" y="100584"/>
                    <a:pt x="100584" y="0"/>
                    <a:pt x="224663" y="0"/>
                  </a:cubicBezTo>
                  <a:lnTo>
                    <a:pt x="20283297" y="0"/>
                  </a:lnTo>
                  <a:cubicBezTo>
                    <a:pt x="20407376" y="0"/>
                    <a:pt x="20507961" y="100584"/>
                    <a:pt x="20507961" y="224663"/>
                  </a:cubicBezTo>
                  <a:lnTo>
                    <a:pt x="20507961" y="879729"/>
                  </a:lnTo>
                  <a:cubicBezTo>
                    <a:pt x="20507961" y="1003808"/>
                    <a:pt x="20407376" y="1104392"/>
                    <a:pt x="20283297" y="1104392"/>
                  </a:cubicBezTo>
                  <a:lnTo>
                    <a:pt x="224663" y="1104392"/>
                  </a:lnTo>
                  <a:cubicBezTo>
                    <a:pt x="100584" y="1104392"/>
                    <a:pt x="0" y="1003808"/>
                    <a:pt x="0" y="879729"/>
                  </a:cubicBezTo>
                  <a:close/>
                </a:path>
              </a:pathLst>
            </a:custGeom>
            <a:solidFill>
              <a:srgbClr val="142B43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810512" y="8551926"/>
            <a:ext cx="14758416" cy="521208"/>
            <a:chOff x="0" y="0"/>
            <a:chExt cx="19677888" cy="69494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9677889" cy="694944"/>
            </a:xfrm>
            <a:custGeom>
              <a:avLst/>
              <a:gdLst/>
              <a:ahLst/>
              <a:cxnLst/>
              <a:rect r="r" b="b" t="t" l="l"/>
              <a:pathLst>
                <a:path h="694944" w="19677889">
                  <a:moveTo>
                    <a:pt x="0" y="0"/>
                  </a:moveTo>
                  <a:lnTo>
                    <a:pt x="19677889" y="0"/>
                  </a:lnTo>
                  <a:lnTo>
                    <a:pt x="19677889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1734" r="0" b="-50173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1967788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66"/>
                </a:lnSpc>
              </a:pPr>
              <a:r>
                <a:rPr lang="en-US" sz="24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 StrykerJS? Our EShop uses JavaScript. PIT targets Java; mutmut targets Python.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18972" y="9738360"/>
            <a:ext cx="13304520" cy="281803"/>
            <a:chOff x="0" y="0"/>
            <a:chExt cx="17739360" cy="37573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7739361" cy="375737"/>
            </a:xfrm>
            <a:custGeom>
              <a:avLst/>
              <a:gdLst/>
              <a:ahLst/>
              <a:cxnLst/>
              <a:rect r="r" b="b" t="t" l="l"/>
              <a:pathLst>
                <a:path h="375737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375737"/>
                  </a:lnTo>
                  <a:lnTo>
                    <a:pt x="0" y="375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3691" r="0" b="-86616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17739360" cy="38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9"/>
                </a:lnSpc>
              </a:pPr>
              <a:r>
                <a:rPr lang="en-US" b="true" sz="1439" spc="105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MUTATION TESTING - ESHOP CASE STUDY - GROUP 12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1920"/>
            <a:chOff x="0" y="0"/>
            <a:chExt cx="24408790" cy="162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62560"/>
            </a:xfrm>
            <a:custGeom>
              <a:avLst/>
              <a:gdLst/>
              <a:ahLst/>
              <a:cxnLst/>
              <a:rect r="r" b="b" t="t" l="l"/>
              <a:pathLst>
                <a:path h="16256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0686783" cy="121920"/>
            <a:chOff x="0" y="0"/>
            <a:chExt cx="14249044" cy="162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49019" cy="162560"/>
            </a:xfrm>
            <a:custGeom>
              <a:avLst/>
              <a:gdLst/>
              <a:ahLst/>
              <a:cxnLst/>
              <a:rect r="r" b="b" t="t" l="l"/>
              <a:pathLst>
                <a:path h="162560" w="14249019">
                  <a:moveTo>
                    <a:pt x="0" y="0"/>
                  </a:moveTo>
                  <a:lnTo>
                    <a:pt x="14249019" y="0"/>
                  </a:lnTo>
                  <a:lnTo>
                    <a:pt x="14249019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8299" y="566547"/>
            <a:ext cx="197358" cy="197358"/>
            <a:chOff x="0" y="0"/>
            <a:chExt cx="263144" cy="263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cubicBezTo>
                    <a:pt x="204216" y="0"/>
                    <a:pt x="263144" y="58928"/>
                    <a:pt x="263144" y="131572"/>
                  </a:cubicBezTo>
                  <a:cubicBezTo>
                    <a:pt x="263144" y="204216"/>
                    <a:pt x="204216" y="263144"/>
                    <a:pt x="131572" y="263144"/>
                  </a:cubicBezTo>
                  <a:cubicBezTo>
                    <a:pt x="58928" y="263144"/>
                    <a:pt x="0" y="204216"/>
                    <a:pt x="0" y="131572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9576" y="466344"/>
            <a:ext cx="13441680" cy="354635"/>
            <a:chOff x="0" y="0"/>
            <a:chExt cx="17922240" cy="47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22239" cy="472846"/>
            </a:xfrm>
            <a:custGeom>
              <a:avLst/>
              <a:gdLst/>
              <a:ahLst/>
              <a:cxnLst/>
              <a:rect r="r" b="b" t="t" l="l"/>
              <a:pathLst>
                <a:path h="472846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72846"/>
                  </a:lnTo>
                  <a:lnTo>
                    <a:pt x="0" y="47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193" r="0" b="-6868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922240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b="true" sz="1800" spc="165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T10  /  ESHOP FINDING 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256" y="1083564"/>
            <a:ext cx="16527780" cy="1193292"/>
            <a:chOff x="0" y="0"/>
            <a:chExt cx="22037040" cy="15910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37039" cy="1591056"/>
            </a:xfrm>
            <a:custGeom>
              <a:avLst/>
              <a:gdLst/>
              <a:ahLst/>
              <a:cxnLst/>
              <a:rect r="r" b="b" t="t" l="l"/>
              <a:pathLst>
                <a:path h="159105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878" r="0" b="-2198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037040" cy="1600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new cart was not really empty.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3960">
            <a:off x="895721" y="9569006"/>
            <a:ext cx="16450828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6047720" y="9738360"/>
            <a:ext cx="1261872" cy="306734"/>
            <a:chOff x="0" y="0"/>
            <a:chExt cx="1682496" cy="408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2496" cy="408978"/>
            </a:xfrm>
            <a:custGeom>
              <a:avLst/>
              <a:gdLst/>
              <a:ahLst/>
              <a:cxnLst/>
              <a:rect r="r" b="b" t="t" l="l"/>
              <a:pathLst>
                <a:path h="408978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408978"/>
                  </a:lnTo>
                  <a:lnTo>
                    <a:pt x="0" y="4089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79" r="0" b="-226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682496" cy="418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6"/>
                </a:lnSpc>
              </a:pPr>
              <a:r>
                <a:rPr lang="en-US" sz="157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07 / 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4116" y="2693479"/>
            <a:ext cx="7835265" cy="5476113"/>
            <a:chOff x="0" y="0"/>
            <a:chExt cx="10447020" cy="73014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47020" cy="7301485"/>
            </a:xfrm>
            <a:custGeom>
              <a:avLst/>
              <a:gdLst/>
              <a:ahLst/>
              <a:cxnLst/>
              <a:rect r="r" b="b" t="t" l="l"/>
              <a:pathLst>
                <a:path h="7301485" w="1044702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226929" y="0"/>
                  </a:lnTo>
                  <a:cubicBezTo>
                    <a:pt x="10348468" y="0"/>
                    <a:pt x="10447020" y="98552"/>
                    <a:pt x="10447020" y="220091"/>
                  </a:cubicBezTo>
                  <a:lnTo>
                    <a:pt x="10447020" y="7081393"/>
                  </a:lnTo>
                  <a:cubicBezTo>
                    <a:pt x="10447020" y="7202932"/>
                    <a:pt x="10348468" y="7301485"/>
                    <a:pt x="10226929" y="7301485"/>
                  </a:cubicBezTo>
                  <a:lnTo>
                    <a:pt x="220091" y="7301485"/>
                  </a:lnTo>
                  <a:cubicBezTo>
                    <a:pt x="98552" y="7301484"/>
                    <a:pt x="0" y="7202932"/>
                    <a:pt x="0" y="7081393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140000" y="2693479"/>
            <a:ext cx="8246745" cy="5476113"/>
            <a:chOff x="0" y="0"/>
            <a:chExt cx="10995660" cy="73014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95660" cy="7301485"/>
            </a:xfrm>
            <a:custGeom>
              <a:avLst/>
              <a:gdLst/>
              <a:ahLst/>
              <a:cxnLst/>
              <a:rect r="r" b="b" t="t" l="l"/>
              <a:pathLst>
                <a:path h="7301485" w="1099566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0775569" y="0"/>
                  </a:lnTo>
                  <a:cubicBezTo>
                    <a:pt x="10897108" y="0"/>
                    <a:pt x="10995660" y="98552"/>
                    <a:pt x="10995660" y="220091"/>
                  </a:cubicBezTo>
                  <a:lnTo>
                    <a:pt x="10995660" y="7081393"/>
                  </a:lnTo>
                  <a:cubicBezTo>
                    <a:pt x="10995660" y="7202932"/>
                    <a:pt x="10897108" y="7301485"/>
                    <a:pt x="10775569" y="7301485"/>
                  </a:cubicBezTo>
                  <a:lnTo>
                    <a:pt x="220091" y="7301485"/>
                  </a:lnTo>
                  <a:cubicBezTo>
                    <a:pt x="98552" y="7301484"/>
                    <a:pt x="0" y="7202932"/>
                    <a:pt x="0" y="7081393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48359" y="3021711"/>
            <a:ext cx="4915662" cy="595122"/>
            <a:chOff x="0" y="0"/>
            <a:chExt cx="6554216" cy="793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54216" cy="793496"/>
            </a:xfrm>
            <a:custGeom>
              <a:avLst/>
              <a:gdLst/>
              <a:ahLst/>
              <a:cxnLst/>
              <a:rect r="r" b="b" t="t" l="l"/>
              <a:pathLst>
                <a:path h="793496" w="6554216">
                  <a:moveTo>
                    <a:pt x="0" y="226695"/>
                  </a:moveTo>
                  <a:cubicBezTo>
                    <a:pt x="0" y="101473"/>
                    <a:pt x="101473" y="0"/>
                    <a:pt x="226695" y="0"/>
                  </a:cubicBezTo>
                  <a:lnTo>
                    <a:pt x="6327521" y="0"/>
                  </a:lnTo>
                  <a:cubicBezTo>
                    <a:pt x="6452743" y="0"/>
                    <a:pt x="6554216" y="101473"/>
                    <a:pt x="6554216" y="226695"/>
                  </a:cubicBezTo>
                  <a:lnTo>
                    <a:pt x="6554216" y="566801"/>
                  </a:lnTo>
                  <a:cubicBezTo>
                    <a:pt x="6554216" y="692023"/>
                    <a:pt x="6452743" y="793496"/>
                    <a:pt x="6327521" y="793496"/>
                  </a:cubicBezTo>
                  <a:lnTo>
                    <a:pt x="226695" y="793496"/>
                  </a:lnTo>
                  <a:cubicBezTo>
                    <a:pt x="101473" y="793496"/>
                    <a:pt x="0" y="692023"/>
                    <a:pt x="0" y="566801"/>
                  </a:cubicBezTo>
                  <a:close/>
                </a:path>
              </a:pathLst>
            </a:custGeom>
            <a:solidFill>
              <a:srgbClr val="FCE7E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36192" y="3086100"/>
            <a:ext cx="4539996" cy="452628"/>
            <a:chOff x="0" y="0"/>
            <a:chExt cx="6053328" cy="6035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53328" cy="603504"/>
            </a:xfrm>
            <a:custGeom>
              <a:avLst/>
              <a:gdLst/>
              <a:ahLst/>
              <a:cxnLst/>
              <a:rect r="r" b="b" t="t" l="l"/>
              <a:pathLst>
                <a:path h="603504" w="6053328">
                  <a:moveTo>
                    <a:pt x="0" y="0"/>
                  </a:moveTo>
                  <a:lnTo>
                    <a:pt x="6053328" y="0"/>
                  </a:lnTo>
                  <a:lnTo>
                    <a:pt x="6053328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440" r="0" b="-1454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6053328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5"/>
                </a:lnSpc>
              </a:pPr>
              <a:r>
                <a:rPr lang="en-US" sz="2100" b="true">
                  <a:solidFill>
                    <a:srgbClr val="C8435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THE MUTANT DID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540383" y="4146423"/>
            <a:ext cx="6506718" cy="2145030"/>
            <a:chOff x="0" y="0"/>
            <a:chExt cx="8675624" cy="28600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75624" cy="2860040"/>
            </a:xfrm>
            <a:custGeom>
              <a:avLst/>
              <a:gdLst/>
              <a:ahLst/>
              <a:cxnLst/>
              <a:rect r="r" b="b" t="t" l="l"/>
              <a:pathLst>
                <a:path h="2860040" w="8675624">
                  <a:moveTo>
                    <a:pt x="0" y="221361"/>
                  </a:moveTo>
                  <a:cubicBezTo>
                    <a:pt x="0" y="99187"/>
                    <a:pt x="99187" y="0"/>
                    <a:pt x="221361" y="0"/>
                  </a:cubicBezTo>
                  <a:lnTo>
                    <a:pt x="8454263" y="0"/>
                  </a:lnTo>
                  <a:cubicBezTo>
                    <a:pt x="8576564" y="0"/>
                    <a:pt x="8675624" y="99187"/>
                    <a:pt x="8675624" y="221361"/>
                  </a:cubicBezTo>
                  <a:lnTo>
                    <a:pt x="8675624" y="2638679"/>
                  </a:lnTo>
                  <a:cubicBezTo>
                    <a:pt x="8675624" y="2760980"/>
                    <a:pt x="8576437" y="2860040"/>
                    <a:pt x="8454263" y="2860040"/>
                  </a:cubicBezTo>
                  <a:lnTo>
                    <a:pt x="221361" y="2860040"/>
                  </a:lnTo>
                  <a:cubicBezTo>
                    <a:pt x="99187" y="2860040"/>
                    <a:pt x="0" y="2760853"/>
                    <a:pt x="0" y="2638679"/>
                  </a:cubicBez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446974" y="4375404"/>
            <a:ext cx="2693537" cy="658101"/>
            <a:chOff x="0" y="0"/>
            <a:chExt cx="3591382" cy="8774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91382" cy="877468"/>
            </a:xfrm>
            <a:custGeom>
              <a:avLst/>
              <a:gdLst/>
              <a:ahLst/>
              <a:cxnLst/>
              <a:rect r="r" b="b" t="t" l="l"/>
              <a:pathLst>
                <a:path h="877468" w="3591382">
                  <a:moveTo>
                    <a:pt x="0" y="0"/>
                  </a:moveTo>
                  <a:lnTo>
                    <a:pt x="3591382" y="0"/>
                  </a:lnTo>
                  <a:lnTo>
                    <a:pt x="3591382" y="877468"/>
                  </a:lnTo>
                  <a:lnTo>
                    <a:pt x="0" y="877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832" r="-59894" b="-6919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591382" cy="886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8"/>
                </a:lnSpc>
              </a:pPr>
              <a:r>
                <a:rPr lang="en-US" b="true" sz="33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NEW CART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467737" y="5277117"/>
            <a:ext cx="4652010" cy="649986"/>
            <a:chOff x="0" y="0"/>
            <a:chExt cx="6202680" cy="866648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6202680" cy="866648"/>
              <a:chOff x="0" y="0"/>
              <a:chExt cx="6202680" cy="866648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202680" cy="866648"/>
              </a:xfrm>
              <a:custGeom>
                <a:avLst/>
                <a:gdLst/>
                <a:ahLst/>
                <a:cxnLst/>
                <a:rect r="r" b="b" t="t" l="l"/>
                <a:pathLst>
                  <a:path h="866648" w="6202680">
                    <a:moveTo>
                      <a:pt x="0" y="226060"/>
                    </a:moveTo>
                    <a:cubicBezTo>
                      <a:pt x="0" y="101219"/>
                      <a:pt x="109545" y="0"/>
                      <a:pt x="244655" y="0"/>
                    </a:cubicBezTo>
                    <a:lnTo>
                      <a:pt x="5958025" y="0"/>
                    </a:lnTo>
                    <a:cubicBezTo>
                      <a:pt x="6093135" y="0"/>
                      <a:pt x="6202680" y="101219"/>
                      <a:pt x="6202680" y="226060"/>
                    </a:cubicBezTo>
                    <a:lnTo>
                      <a:pt x="6202680" y="640588"/>
                    </a:lnTo>
                    <a:cubicBezTo>
                      <a:pt x="6202680" y="765429"/>
                      <a:pt x="6093135" y="866648"/>
                      <a:pt x="5958025" y="866648"/>
                    </a:cubicBezTo>
                    <a:lnTo>
                      <a:pt x="244655" y="866648"/>
                    </a:lnTo>
                    <a:cubicBezTo>
                      <a:pt x="109545" y="866648"/>
                      <a:pt x="0" y="765429"/>
                      <a:pt x="0" y="640588"/>
                    </a:cubicBezTo>
                    <a:close/>
                  </a:path>
                </a:pathLst>
              </a:custGeom>
              <a:solidFill>
                <a:srgbClr val="FCE7EC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335314" y="17996"/>
              <a:ext cx="5532052" cy="830656"/>
              <a:chOff x="0" y="0"/>
              <a:chExt cx="5532052" cy="830656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532052" cy="830656"/>
              </a:xfrm>
              <a:custGeom>
                <a:avLst/>
                <a:gdLst/>
                <a:ahLst/>
                <a:cxnLst/>
                <a:rect r="r" b="b" t="t" l="l"/>
                <a:pathLst>
                  <a:path h="830656" w="5532052">
                    <a:moveTo>
                      <a:pt x="0" y="0"/>
                    </a:moveTo>
                    <a:lnTo>
                      <a:pt x="5532052" y="0"/>
                    </a:lnTo>
                    <a:lnTo>
                      <a:pt x="5532052" y="830656"/>
                    </a:lnTo>
                    <a:lnTo>
                      <a:pt x="0" y="83065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0544" r="9089" b="-55399"/>
                </a:stretch>
              </a:blip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9525"/>
                <a:ext cx="5532052" cy="84018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893"/>
                  </a:lnSpc>
                </a:pPr>
                <a:r>
                  <a:rPr lang="en-US" sz="3150" b="true">
                    <a:solidFill>
                      <a:srgbClr val="C84358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1 unexpected item</a:t>
                </a: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1604772" y="6775704"/>
            <a:ext cx="6844284" cy="699516"/>
            <a:chOff x="0" y="0"/>
            <a:chExt cx="9125712" cy="9326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25712" cy="932688"/>
            </a:xfrm>
            <a:custGeom>
              <a:avLst/>
              <a:gdLst/>
              <a:ahLst/>
              <a:cxnLst/>
              <a:rect r="r" b="b" t="t" l="l"/>
              <a:pathLst>
                <a:path h="932688" w="9125712">
                  <a:moveTo>
                    <a:pt x="0" y="0"/>
                  </a:moveTo>
                  <a:lnTo>
                    <a:pt x="9125712" y="0"/>
                  </a:lnTo>
                  <a:lnTo>
                    <a:pt x="9125712" y="932688"/>
                  </a:lnTo>
                  <a:lnTo>
                    <a:pt x="0" y="932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647" r="0" b="-14064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9125712" cy="9422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b="true" sz="28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It should contain ZERO items.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91675" y="3021711"/>
            <a:ext cx="5368290" cy="595122"/>
            <a:chOff x="0" y="0"/>
            <a:chExt cx="7157720" cy="7934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57720" cy="793496"/>
            </a:xfrm>
            <a:custGeom>
              <a:avLst/>
              <a:gdLst/>
              <a:ahLst/>
              <a:cxnLst/>
              <a:rect r="r" b="b" t="t" l="l"/>
              <a:pathLst>
                <a:path h="793496" w="7157720">
                  <a:moveTo>
                    <a:pt x="0" y="226695"/>
                  </a:moveTo>
                  <a:cubicBezTo>
                    <a:pt x="0" y="101473"/>
                    <a:pt x="101473" y="0"/>
                    <a:pt x="226695" y="0"/>
                  </a:cubicBezTo>
                  <a:lnTo>
                    <a:pt x="6931025" y="0"/>
                  </a:lnTo>
                  <a:cubicBezTo>
                    <a:pt x="7056248" y="0"/>
                    <a:pt x="7157720" y="101473"/>
                    <a:pt x="7157720" y="226695"/>
                  </a:cubicBezTo>
                  <a:lnTo>
                    <a:pt x="7157720" y="566801"/>
                  </a:lnTo>
                  <a:cubicBezTo>
                    <a:pt x="7157720" y="692023"/>
                    <a:pt x="7056248" y="793496"/>
                    <a:pt x="6931025" y="793496"/>
                  </a:cubicBezTo>
                  <a:lnTo>
                    <a:pt x="226695" y="793496"/>
                  </a:lnTo>
                  <a:cubicBezTo>
                    <a:pt x="101473" y="793496"/>
                    <a:pt x="0" y="692023"/>
                    <a:pt x="0" y="566801"/>
                  </a:cubicBezTo>
                  <a:close/>
                </a:path>
              </a:pathLst>
            </a:custGeom>
            <a:solidFill>
              <a:srgbClr val="E8F4FE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779508" y="3086100"/>
            <a:ext cx="4992624" cy="452628"/>
            <a:chOff x="0" y="0"/>
            <a:chExt cx="6656832" cy="6035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56832" cy="603504"/>
            </a:xfrm>
            <a:custGeom>
              <a:avLst/>
              <a:gdLst/>
              <a:ahLst/>
              <a:cxnLst/>
              <a:rect r="r" b="b" t="t" l="l"/>
              <a:pathLst>
                <a:path h="603504" w="6656832">
                  <a:moveTo>
                    <a:pt x="0" y="0"/>
                  </a:moveTo>
                  <a:lnTo>
                    <a:pt x="6656832" y="0"/>
                  </a:lnTo>
                  <a:lnTo>
                    <a:pt x="6656832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925" r="0" b="-16492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6656832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5"/>
                </a:lnSpc>
              </a:pPr>
              <a:r>
                <a:rPr lang="en-US" sz="210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WHAT THE TEST CHECKED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97212" y="4169664"/>
            <a:ext cx="2084832" cy="536715"/>
            <a:chOff x="0" y="0"/>
            <a:chExt cx="2779776" cy="7156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779776" cy="715620"/>
            </a:xfrm>
            <a:custGeom>
              <a:avLst/>
              <a:gdLst/>
              <a:ahLst/>
              <a:cxnLst/>
              <a:rect r="r" b="b" t="t" l="l"/>
              <a:pathLst>
                <a:path h="715620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88" r="0" b="-2168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779776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b="true" sz="27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Before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658600" y="4128516"/>
            <a:ext cx="5212080" cy="622992"/>
            <a:chOff x="0" y="0"/>
            <a:chExt cx="6949440" cy="8306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949440" cy="830656"/>
            </a:xfrm>
            <a:custGeom>
              <a:avLst/>
              <a:gdLst/>
              <a:ahLst/>
              <a:cxnLst/>
              <a:rect r="r" b="b" t="t" l="l"/>
              <a:pathLst>
                <a:path h="83065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30656"/>
                  </a:lnTo>
                  <a:lnTo>
                    <a:pt x="0" y="830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781" r="0" b="-1092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6949440" cy="840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3"/>
                </a:lnSpc>
              </a:pPr>
              <a:r>
                <a:rPr lang="en-US" sz="3150" b="true">
                  <a:solidFill>
                    <a:srgbClr val="C8435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“Request succeeded”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12240">
            <a:off x="9657378" y="5029010"/>
            <a:ext cx="6965109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9697212" y="5390388"/>
            <a:ext cx="2084832" cy="536715"/>
            <a:chOff x="0" y="0"/>
            <a:chExt cx="2779776" cy="7156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779776" cy="715620"/>
            </a:xfrm>
            <a:custGeom>
              <a:avLst/>
              <a:gdLst/>
              <a:ahLst/>
              <a:cxnLst/>
              <a:rect r="r" b="b" t="t" l="l"/>
              <a:pathLst>
                <a:path h="715620" w="2779776">
                  <a:moveTo>
                    <a:pt x="0" y="0"/>
                  </a:moveTo>
                  <a:lnTo>
                    <a:pt x="2779776" y="0"/>
                  </a:lnTo>
                  <a:lnTo>
                    <a:pt x="2779776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88" r="0" b="-2168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779776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37"/>
                </a:lnSpc>
              </a:pPr>
              <a:r>
                <a:rPr lang="en-US" b="true" sz="27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After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658600" y="5362956"/>
            <a:ext cx="5212080" cy="622992"/>
            <a:chOff x="0" y="0"/>
            <a:chExt cx="6949440" cy="83065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49440" cy="830656"/>
            </a:xfrm>
            <a:custGeom>
              <a:avLst/>
              <a:gdLst/>
              <a:ahLst/>
              <a:cxnLst/>
              <a:rect r="r" b="b" t="t" l="l"/>
              <a:pathLst>
                <a:path h="830656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830656"/>
                  </a:lnTo>
                  <a:lnTo>
                    <a:pt x="0" y="830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80" r="0" b="-1103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6949440" cy="840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93"/>
                </a:lnSpc>
              </a:pPr>
              <a:r>
                <a:rPr lang="en-US" sz="315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“Cart has 0 items”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715119" y="6533007"/>
            <a:ext cx="6493002" cy="924306"/>
            <a:chOff x="0" y="0"/>
            <a:chExt cx="8657336" cy="123240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657336" cy="1232408"/>
            </a:xfrm>
            <a:custGeom>
              <a:avLst/>
              <a:gdLst/>
              <a:ahLst/>
              <a:cxnLst/>
              <a:rect r="r" b="b" t="t" l="l"/>
              <a:pathLst>
                <a:path h="1232408" w="8657336">
                  <a:moveTo>
                    <a:pt x="0" y="224028"/>
                  </a:moveTo>
                  <a:cubicBezTo>
                    <a:pt x="0" y="100330"/>
                    <a:pt x="100330" y="0"/>
                    <a:pt x="224028" y="0"/>
                  </a:cubicBezTo>
                  <a:lnTo>
                    <a:pt x="8433308" y="0"/>
                  </a:lnTo>
                  <a:cubicBezTo>
                    <a:pt x="8557006" y="0"/>
                    <a:pt x="8657336" y="100330"/>
                    <a:pt x="8657336" y="224028"/>
                  </a:cubicBezTo>
                  <a:lnTo>
                    <a:pt x="8657336" y="1008380"/>
                  </a:lnTo>
                  <a:cubicBezTo>
                    <a:pt x="8657336" y="1132078"/>
                    <a:pt x="8557006" y="1232408"/>
                    <a:pt x="8433308" y="1232408"/>
                  </a:cubicBezTo>
                  <a:lnTo>
                    <a:pt x="224028" y="1232408"/>
                  </a:lnTo>
                  <a:cubicBezTo>
                    <a:pt x="100330" y="1232408"/>
                    <a:pt x="0" y="1132078"/>
                    <a:pt x="0" y="1008380"/>
                  </a:cubicBezTo>
                  <a:close/>
                </a:path>
              </a:pathLst>
            </a:custGeom>
            <a:solidFill>
              <a:srgbClr val="E1F7EC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971532" y="6734556"/>
            <a:ext cx="5966460" cy="683685"/>
            <a:chOff x="0" y="0"/>
            <a:chExt cx="7955280" cy="91158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955280" cy="911581"/>
            </a:xfrm>
            <a:custGeom>
              <a:avLst/>
              <a:gdLst/>
              <a:ahLst/>
              <a:cxnLst/>
              <a:rect r="r" b="b" t="t" l="l"/>
              <a:pathLst>
                <a:path h="911581" w="7955280">
                  <a:moveTo>
                    <a:pt x="0" y="0"/>
                  </a:moveTo>
                  <a:lnTo>
                    <a:pt x="7955280" y="0"/>
                  </a:lnTo>
                  <a:lnTo>
                    <a:pt x="7955280" y="911581"/>
                  </a:lnTo>
                  <a:lnTo>
                    <a:pt x="0" y="9115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932" r="0" b="-10615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7955280" cy="921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64"/>
                </a:lnSpc>
              </a:pPr>
              <a:r>
                <a:rPr lang="en-US" sz="345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SURVIVED  →  KILLED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40383" y="8439531"/>
            <a:ext cx="15312390" cy="759714"/>
            <a:chOff x="0" y="0"/>
            <a:chExt cx="20416520" cy="10129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0416520" cy="1012952"/>
            </a:xfrm>
            <a:custGeom>
              <a:avLst/>
              <a:gdLst/>
              <a:ahLst/>
              <a:cxnLst/>
              <a:rect r="r" b="b" t="t" l="l"/>
              <a:pathLst>
                <a:path h="1012952" w="20416520">
                  <a:moveTo>
                    <a:pt x="0" y="225044"/>
                  </a:moveTo>
                  <a:cubicBezTo>
                    <a:pt x="0" y="100838"/>
                    <a:pt x="100838" y="0"/>
                    <a:pt x="225044" y="0"/>
                  </a:cubicBezTo>
                  <a:lnTo>
                    <a:pt x="20191476" y="0"/>
                  </a:lnTo>
                  <a:cubicBezTo>
                    <a:pt x="20315810" y="0"/>
                    <a:pt x="20416520" y="100838"/>
                    <a:pt x="20416520" y="225044"/>
                  </a:cubicBezTo>
                  <a:lnTo>
                    <a:pt x="20416520" y="787908"/>
                  </a:lnTo>
                  <a:cubicBezTo>
                    <a:pt x="20416520" y="912241"/>
                    <a:pt x="20315682" y="1012952"/>
                    <a:pt x="20191476" y="1012952"/>
                  </a:cubicBezTo>
                  <a:lnTo>
                    <a:pt x="225044" y="1012952"/>
                  </a:lnTo>
                  <a:cubicBezTo>
                    <a:pt x="100838" y="1012952"/>
                    <a:pt x="0" y="912114"/>
                    <a:pt x="0" y="787908"/>
                  </a:cubicBezTo>
                  <a:close/>
                </a:path>
              </a:pathLst>
            </a:custGeom>
            <a:solidFill>
              <a:srgbClr val="FFF1CD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789938" y="8538239"/>
            <a:ext cx="14813280" cy="562299"/>
            <a:chOff x="0" y="0"/>
            <a:chExt cx="19751040" cy="74973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751039" cy="749732"/>
            </a:xfrm>
            <a:custGeom>
              <a:avLst/>
              <a:gdLst/>
              <a:ahLst/>
              <a:cxnLst/>
              <a:rect r="r" b="b" t="t" l="l"/>
              <a:pathLst>
                <a:path h="749732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749732"/>
                  </a:lnTo>
                  <a:lnTo>
                    <a:pt x="0" y="749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1848" r="0" b="-45478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19751040" cy="75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22"/>
                </a:lnSpc>
              </a:pPr>
              <a:r>
                <a:rPr lang="en-US" b="true" sz="285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Key idea: “Success” does not mean the DATA is correct.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18972" y="9738360"/>
            <a:ext cx="13304520" cy="281803"/>
            <a:chOff x="0" y="0"/>
            <a:chExt cx="17739360" cy="37573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7739361" cy="375737"/>
            </a:xfrm>
            <a:custGeom>
              <a:avLst/>
              <a:gdLst/>
              <a:ahLst/>
              <a:cxnLst/>
              <a:rect r="r" b="b" t="t" l="l"/>
              <a:pathLst>
                <a:path h="375737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375737"/>
                  </a:lnTo>
                  <a:lnTo>
                    <a:pt x="0" y="375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3691" r="0" b="-86616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9525"/>
              <a:ext cx="17739360" cy="38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9"/>
                </a:lnSpc>
              </a:pPr>
              <a:r>
                <a:rPr lang="en-US" b="true" sz="1439" spc="105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MUTATION TESTING - ESHOP CASE STUDY - GROUP 12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1920"/>
            <a:chOff x="0" y="0"/>
            <a:chExt cx="24408790" cy="162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62560"/>
            </a:xfrm>
            <a:custGeom>
              <a:avLst/>
              <a:gdLst/>
              <a:ahLst/>
              <a:cxnLst/>
              <a:rect r="r" b="b" t="t" l="l"/>
              <a:pathLst>
                <a:path h="16256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2210745" cy="121920"/>
            <a:chOff x="0" y="0"/>
            <a:chExt cx="16280994" cy="162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281019" cy="162560"/>
            </a:xfrm>
            <a:custGeom>
              <a:avLst/>
              <a:gdLst/>
              <a:ahLst/>
              <a:cxnLst/>
              <a:rect r="r" b="b" t="t" l="l"/>
              <a:pathLst>
                <a:path h="162560" w="16281019">
                  <a:moveTo>
                    <a:pt x="0" y="0"/>
                  </a:moveTo>
                  <a:lnTo>
                    <a:pt x="16281019" y="0"/>
                  </a:lnTo>
                  <a:lnTo>
                    <a:pt x="16281019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8299" y="566547"/>
            <a:ext cx="197358" cy="197358"/>
            <a:chOff x="0" y="0"/>
            <a:chExt cx="263144" cy="263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cubicBezTo>
                    <a:pt x="204216" y="0"/>
                    <a:pt x="263144" y="58928"/>
                    <a:pt x="263144" y="131572"/>
                  </a:cubicBezTo>
                  <a:cubicBezTo>
                    <a:pt x="263144" y="204216"/>
                    <a:pt x="204216" y="263144"/>
                    <a:pt x="131572" y="263144"/>
                  </a:cubicBezTo>
                  <a:cubicBezTo>
                    <a:pt x="58928" y="263144"/>
                    <a:pt x="0" y="204216"/>
                    <a:pt x="0" y="131572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9576" y="466344"/>
            <a:ext cx="13441680" cy="354635"/>
            <a:chOff x="0" y="0"/>
            <a:chExt cx="17922240" cy="47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22239" cy="472846"/>
            </a:xfrm>
            <a:custGeom>
              <a:avLst/>
              <a:gdLst/>
              <a:ahLst/>
              <a:cxnLst/>
              <a:rect r="r" b="b" t="t" l="l"/>
              <a:pathLst>
                <a:path h="472846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72846"/>
                  </a:lnTo>
                  <a:lnTo>
                    <a:pt x="0" y="47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193" r="0" b="-6868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922240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b="true" sz="1800" spc="165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T10  /  ESHOP FINDING 02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256" y="1083564"/>
            <a:ext cx="16527780" cy="1193292"/>
            <a:chOff x="0" y="0"/>
            <a:chExt cx="22037040" cy="15910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37039" cy="1591056"/>
            </a:xfrm>
            <a:custGeom>
              <a:avLst/>
              <a:gdLst/>
              <a:ahLst/>
              <a:cxnLst/>
              <a:rect r="r" b="b" t="t" l="l"/>
              <a:pathLst>
                <a:path h="159105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878" r="0" b="-2198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037040" cy="1600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Better input reveals the hidden difference.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3960">
            <a:off x="895721" y="9569006"/>
            <a:ext cx="16450828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6047720" y="9738360"/>
            <a:ext cx="1261872" cy="306734"/>
            <a:chOff x="0" y="0"/>
            <a:chExt cx="1682496" cy="408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2496" cy="408978"/>
            </a:xfrm>
            <a:custGeom>
              <a:avLst/>
              <a:gdLst/>
              <a:ahLst/>
              <a:cxnLst/>
              <a:rect r="r" b="b" t="t" l="l"/>
              <a:pathLst>
                <a:path h="408978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408978"/>
                  </a:lnTo>
                  <a:lnTo>
                    <a:pt x="0" y="4089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79" r="0" b="-226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682496" cy="418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6"/>
                </a:lnSpc>
              </a:pPr>
              <a:r>
                <a:rPr lang="en-US" sz="157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08 / 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0400" y="2734628"/>
            <a:ext cx="8068437" cy="5489829"/>
            <a:chOff x="0" y="0"/>
            <a:chExt cx="10757916" cy="73197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57916" cy="7319773"/>
            </a:xfrm>
            <a:custGeom>
              <a:avLst/>
              <a:gdLst/>
              <a:ahLst/>
              <a:cxnLst/>
              <a:rect r="r" b="b" t="t" l="l"/>
              <a:pathLst>
                <a:path h="7319773" w="10757916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0537698" y="0"/>
                  </a:lnTo>
                  <a:cubicBezTo>
                    <a:pt x="10659237" y="0"/>
                    <a:pt x="10757916" y="98552"/>
                    <a:pt x="10757916" y="220218"/>
                  </a:cubicBezTo>
                  <a:lnTo>
                    <a:pt x="10757916" y="7099554"/>
                  </a:lnTo>
                  <a:cubicBezTo>
                    <a:pt x="10757916" y="7221093"/>
                    <a:pt x="10659364" y="7319773"/>
                    <a:pt x="10537698" y="7319773"/>
                  </a:cubicBezTo>
                  <a:lnTo>
                    <a:pt x="220218" y="7319773"/>
                  </a:lnTo>
                  <a:cubicBezTo>
                    <a:pt x="98552" y="7319772"/>
                    <a:pt x="0" y="7221220"/>
                    <a:pt x="0" y="7099554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66063" y="3090291"/>
            <a:ext cx="4888230" cy="595122"/>
            <a:chOff x="0" y="0"/>
            <a:chExt cx="6517640" cy="79349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17640" cy="793496"/>
            </a:xfrm>
            <a:custGeom>
              <a:avLst/>
              <a:gdLst/>
              <a:ahLst/>
              <a:cxnLst/>
              <a:rect r="r" b="b" t="t" l="l"/>
              <a:pathLst>
                <a:path h="793496" w="6517640">
                  <a:moveTo>
                    <a:pt x="0" y="226695"/>
                  </a:moveTo>
                  <a:cubicBezTo>
                    <a:pt x="0" y="101473"/>
                    <a:pt x="101473" y="0"/>
                    <a:pt x="226695" y="0"/>
                  </a:cubicBezTo>
                  <a:lnTo>
                    <a:pt x="6290945" y="0"/>
                  </a:lnTo>
                  <a:cubicBezTo>
                    <a:pt x="6416167" y="0"/>
                    <a:pt x="6517640" y="101473"/>
                    <a:pt x="6517640" y="226695"/>
                  </a:cubicBezTo>
                  <a:lnTo>
                    <a:pt x="6517640" y="566801"/>
                  </a:lnTo>
                  <a:cubicBezTo>
                    <a:pt x="6517640" y="692023"/>
                    <a:pt x="6416167" y="793496"/>
                    <a:pt x="6290945" y="793496"/>
                  </a:cubicBezTo>
                  <a:lnTo>
                    <a:pt x="226695" y="793496"/>
                  </a:lnTo>
                  <a:cubicBezTo>
                    <a:pt x="101473" y="793496"/>
                    <a:pt x="0" y="692023"/>
                    <a:pt x="0" y="566801"/>
                  </a:cubicBezTo>
                  <a:close/>
                </a:path>
              </a:pathLst>
            </a:custGeom>
            <a:solidFill>
              <a:srgbClr val="E8F4F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53896" y="3154680"/>
            <a:ext cx="4512564" cy="452628"/>
            <a:chOff x="0" y="0"/>
            <a:chExt cx="6016752" cy="6035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16752" cy="603504"/>
            </a:xfrm>
            <a:custGeom>
              <a:avLst/>
              <a:gdLst/>
              <a:ahLst/>
              <a:cxnLst/>
              <a:rect r="r" b="b" t="t" l="l"/>
              <a:pathLst>
                <a:path h="603504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259" r="0" b="-14425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016752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5"/>
                </a:lnSpc>
              </a:pPr>
              <a:r>
                <a:rPr lang="en-US" sz="210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SET USAGE LIMIT = 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44168" y="4183380"/>
            <a:ext cx="6446520" cy="562299"/>
            <a:chOff x="0" y="0"/>
            <a:chExt cx="8595360" cy="7497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95360" cy="749732"/>
            </a:xfrm>
            <a:custGeom>
              <a:avLst/>
              <a:gdLst/>
              <a:ahLst/>
              <a:cxnLst/>
              <a:rect r="r" b="b" t="t" l="l"/>
              <a:pathLst>
                <a:path h="749732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749732"/>
                  </a:lnTo>
                  <a:lnTo>
                    <a:pt x="0" y="749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20" r="0" b="-16485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595360" cy="75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sz="285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Expected saved value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206371" y="4896612"/>
            <a:ext cx="971550" cy="1607962"/>
            <a:chOff x="0" y="0"/>
            <a:chExt cx="1295400" cy="214394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95400" cy="2143949"/>
            </a:xfrm>
            <a:custGeom>
              <a:avLst/>
              <a:gdLst/>
              <a:ahLst/>
              <a:cxnLst/>
              <a:rect r="r" b="b" t="t" l="l"/>
              <a:pathLst>
                <a:path h="2143949" w="1295400">
                  <a:moveTo>
                    <a:pt x="0" y="0"/>
                  </a:moveTo>
                  <a:lnTo>
                    <a:pt x="1295400" y="0"/>
                  </a:lnTo>
                  <a:lnTo>
                    <a:pt x="1295400" y="2143949"/>
                  </a:lnTo>
                  <a:lnTo>
                    <a:pt x="0" y="2143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7822" t="0" r="-137351" b="2578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1295400" cy="2172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49"/>
                </a:lnSpc>
              </a:pPr>
              <a:r>
                <a:rPr lang="en-US" b="true" sz="804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854196" y="5120743"/>
            <a:ext cx="1700784" cy="1278915"/>
            <a:chOff x="0" y="0"/>
            <a:chExt cx="2267712" cy="17052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67712" cy="1705220"/>
            </a:xfrm>
            <a:custGeom>
              <a:avLst/>
              <a:gdLst/>
              <a:ahLst/>
              <a:cxnLst/>
              <a:rect r="r" b="b" t="t" l="l"/>
              <a:pathLst>
                <a:path h="1705220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1705220"/>
                  </a:lnTo>
                  <a:lnTo>
                    <a:pt x="0" y="17052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6" r="0" b="5210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267712" cy="173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0"/>
                </a:lnSpc>
              </a:pPr>
              <a:r>
                <a:rPr lang="en-US" b="true" sz="63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231255" y="4896612"/>
            <a:ext cx="971550" cy="1607962"/>
            <a:chOff x="0" y="0"/>
            <a:chExt cx="1295400" cy="214394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95400" cy="2143949"/>
            </a:xfrm>
            <a:custGeom>
              <a:avLst/>
              <a:gdLst/>
              <a:ahLst/>
              <a:cxnLst/>
              <a:rect r="r" b="b" t="t" l="l"/>
              <a:pathLst>
                <a:path h="2143949" w="1295400">
                  <a:moveTo>
                    <a:pt x="0" y="0"/>
                  </a:moveTo>
                  <a:lnTo>
                    <a:pt x="1295400" y="0"/>
                  </a:lnTo>
                  <a:lnTo>
                    <a:pt x="1295400" y="2143949"/>
                  </a:lnTo>
                  <a:lnTo>
                    <a:pt x="0" y="2143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704" t="0" r="-139469" b="2578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295400" cy="2172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49"/>
                </a:lnSpc>
              </a:pPr>
              <a:r>
                <a:rPr lang="en-US" b="true" sz="804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48359" y="6738747"/>
            <a:ext cx="7041642" cy="910590"/>
            <a:chOff x="0" y="0"/>
            <a:chExt cx="9388856" cy="12141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388856" cy="1214120"/>
            </a:xfrm>
            <a:custGeom>
              <a:avLst/>
              <a:gdLst/>
              <a:ahLst/>
              <a:cxnLst/>
              <a:rect r="r" b="b" t="t" l="l"/>
              <a:pathLst>
                <a:path h="1214120" w="9388856">
                  <a:moveTo>
                    <a:pt x="0" y="224155"/>
                  </a:moveTo>
                  <a:cubicBezTo>
                    <a:pt x="0" y="100330"/>
                    <a:pt x="100330" y="0"/>
                    <a:pt x="224155" y="0"/>
                  </a:cubicBezTo>
                  <a:lnTo>
                    <a:pt x="9164701" y="0"/>
                  </a:lnTo>
                  <a:cubicBezTo>
                    <a:pt x="9288526" y="0"/>
                    <a:pt x="9388856" y="100330"/>
                    <a:pt x="9388856" y="224155"/>
                  </a:cubicBezTo>
                  <a:lnTo>
                    <a:pt x="9388856" y="989965"/>
                  </a:lnTo>
                  <a:cubicBezTo>
                    <a:pt x="9388856" y="1113790"/>
                    <a:pt x="9288526" y="1214120"/>
                    <a:pt x="9164701" y="1214120"/>
                  </a:cubicBezTo>
                  <a:lnTo>
                    <a:pt x="224155" y="1214120"/>
                  </a:lnTo>
                  <a:cubicBezTo>
                    <a:pt x="100330" y="1214120"/>
                    <a:pt x="0" y="1113790"/>
                    <a:pt x="0" y="989965"/>
                  </a:cubicBez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625346" y="6864991"/>
            <a:ext cx="6487668" cy="658101"/>
            <a:chOff x="0" y="0"/>
            <a:chExt cx="8650224" cy="8774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650224" cy="877468"/>
            </a:xfrm>
            <a:custGeom>
              <a:avLst/>
              <a:gdLst/>
              <a:ahLst/>
              <a:cxnLst/>
              <a:rect r="r" b="b" t="t" l="l"/>
              <a:pathLst>
                <a:path h="877468" w="8650224">
                  <a:moveTo>
                    <a:pt x="0" y="0"/>
                  </a:moveTo>
                  <a:lnTo>
                    <a:pt x="8650224" y="0"/>
                  </a:lnTo>
                  <a:lnTo>
                    <a:pt x="8650224" y="877468"/>
                  </a:lnTo>
                  <a:lnTo>
                    <a:pt x="0" y="877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487" r="0" b="-131685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8650224" cy="886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8"/>
                </a:lnSpc>
              </a:pPr>
              <a:r>
                <a:rPr lang="en-US" b="true" sz="33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 DIFFERENCE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364599" y="2734628"/>
            <a:ext cx="8068437" cy="5489829"/>
            <a:chOff x="0" y="0"/>
            <a:chExt cx="10757916" cy="73197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57916" cy="7319773"/>
            </a:xfrm>
            <a:custGeom>
              <a:avLst/>
              <a:gdLst/>
              <a:ahLst/>
              <a:cxnLst/>
              <a:rect r="r" b="b" t="t" l="l"/>
              <a:pathLst>
                <a:path h="7319773" w="10757916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10537698" y="0"/>
                  </a:lnTo>
                  <a:cubicBezTo>
                    <a:pt x="10659237" y="0"/>
                    <a:pt x="10757916" y="98552"/>
                    <a:pt x="10757916" y="220218"/>
                  </a:cubicBezTo>
                  <a:lnTo>
                    <a:pt x="10757916" y="7099554"/>
                  </a:lnTo>
                  <a:cubicBezTo>
                    <a:pt x="10757916" y="7221093"/>
                    <a:pt x="10659364" y="7319773"/>
                    <a:pt x="10537698" y="7319773"/>
                  </a:cubicBezTo>
                  <a:lnTo>
                    <a:pt x="220218" y="7319773"/>
                  </a:lnTo>
                  <a:cubicBezTo>
                    <a:pt x="98552" y="7319772"/>
                    <a:pt x="0" y="7221220"/>
                    <a:pt x="0" y="7099554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660255" y="3090291"/>
            <a:ext cx="4888230" cy="595122"/>
            <a:chOff x="0" y="0"/>
            <a:chExt cx="6517640" cy="7934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17640" cy="793496"/>
            </a:xfrm>
            <a:custGeom>
              <a:avLst/>
              <a:gdLst/>
              <a:ahLst/>
              <a:cxnLst/>
              <a:rect r="r" b="b" t="t" l="l"/>
              <a:pathLst>
                <a:path h="793496" w="6517640">
                  <a:moveTo>
                    <a:pt x="0" y="226695"/>
                  </a:moveTo>
                  <a:cubicBezTo>
                    <a:pt x="0" y="101473"/>
                    <a:pt x="101473" y="0"/>
                    <a:pt x="226695" y="0"/>
                  </a:cubicBezTo>
                  <a:lnTo>
                    <a:pt x="6290945" y="0"/>
                  </a:lnTo>
                  <a:cubicBezTo>
                    <a:pt x="6416167" y="0"/>
                    <a:pt x="6517640" y="101473"/>
                    <a:pt x="6517640" y="226695"/>
                  </a:cubicBezTo>
                  <a:lnTo>
                    <a:pt x="6517640" y="566801"/>
                  </a:lnTo>
                  <a:cubicBezTo>
                    <a:pt x="6517640" y="692023"/>
                    <a:pt x="6416167" y="793496"/>
                    <a:pt x="6290945" y="793496"/>
                  </a:cubicBezTo>
                  <a:lnTo>
                    <a:pt x="226695" y="793496"/>
                  </a:lnTo>
                  <a:cubicBezTo>
                    <a:pt x="101473" y="793496"/>
                    <a:pt x="0" y="692023"/>
                    <a:pt x="0" y="566801"/>
                  </a:cubicBezTo>
                  <a:close/>
                </a:path>
              </a:pathLst>
            </a:custGeom>
            <a:solidFill>
              <a:srgbClr val="E1F7EC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848088" y="3154680"/>
            <a:ext cx="4512564" cy="452628"/>
            <a:chOff x="0" y="0"/>
            <a:chExt cx="6016752" cy="6035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16752" cy="603504"/>
            </a:xfrm>
            <a:custGeom>
              <a:avLst/>
              <a:gdLst/>
              <a:ahLst/>
              <a:cxnLst/>
              <a:rect r="r" b="b" t="t" l="l"/>
              <a:pathLst>
                <a:path h="603504" w="6016752">
                  <a:moveTo>
                    <a:pt x="0" y="0"/>
                  </a:moveTo>
                  <a:lnTo>
                    <a:pt x="6016752" y="0"/>
                  </a:lnTo>
                  <a:lnTo>
                    <a:pt x="6016752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259" r="0" b="-14425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6016752" cy="6035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95"/>
                </a:lnSpc>
              </a:pPr>
              <a:r>
                <a:rPr lang="en-US" sz="210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SET USAGE LIMIT = 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738360" y="4183380"/>
            <a:ext cx="6446520" cy="562299"/>
            <a:chOff x="0" y="0"/>
            <a:chExt cx="8595360" cy="74973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95360" cy="749732"/>
            </a:xfrm>
            <a:custGeom>
              <a:avLst/>
              <a:gdLst/>
              <a:ahLst/>
              <a:cxnLst/>
              <a:rect r="r" b="b" t="t" l="l"/>
              <a:pathLst>
                <a:path h="749732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749732"/>
                  </a:lnTo>
                  <a:lnTo>
                    <a:pt x="0" y="749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20" r="0" b="-16485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8595360" cy="75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sz="285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Expected saved value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742551" y="6738747"/>
            <a:ext cx="7041642" cy="910590"/>
            <a:chOff x="0" y="0"/>
            <a:chExt cx="9388856" cy="12141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388856" cy="1214120"/>
            </a:xfrm>
            <a:custGeom>
              <a:avLst/>
              <a:gdLst/>
              <a:ahLst/>
              <a:cxnLst/>
              <a:rect r="r" b="b" t="t" l="l"/>
              <a:pathLst>
                <a:path h="1214120" w="9388856">
                  <a:moveTo>
                    <a:pt x="0" y="224155"/>
                  </a:moveTo>
                  <a:cubicBezTo>
                    <a:pt x="0" y="100330"/>
                    <a:pt x="100330" y="0"/>
                    <a:pt x="224155" y="0"/>
                  </a:cubicBezTo>
                  <a:lnTo>
                    <a:pt x="9164701" y="0"/>
                  </a:lnTo>
                  <a:cubicBezTo>
                    <a:pt x="9288526" y="0"/>
                    <a:pt x="9388856" y="100330"/>
                    <a:pt x="9388856" y="224155"/>
                  </a:cubicBezTo>
                  <a:lnTo>
                    <a:pt x="9388856" y="989965"/>
                  </a:lnTo>
                  <a:cubicBezTo>
                    <a:pt x="9388856" y="1113790"/>
                    <a:pt x="9288526" y="1214120"/>
                    <a:pt x="9164701" y="1214120"/>
                  </a:cubicBezTo>
                  <a:lnTo>
                    <a:pt x="224155" y="1214120"/>
                  </a:lnTo>
                  <a:cubicBezTo>
                    <a:pt x="100330" y="1214120"/>
                    <a:pt x="0" y="1113790"/>
                    <a:pt x="0" y="989965"/>
                  </a:cubicBezTo>
                  <a:close/>
                </a:path>
              </a:pathLst>
            </a:custGeom>
            <a:solidFill>
              <a:srgbClr val="E1F7EC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019538" y="6864991"/>
            <a:ext cx="6487668" cy="658101"/>
            <a:chOff x="0" y="0"/>
            <a:chExt cx="8650224" cy="8774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650224" cy="877468"/>
            </a:xfrm>
            <a:custGeom>
              <a:avLst/>
              <a:gdLst/>
              <a:ahLst/>
              <a:cxnLst/>
              <a:rect r="r" b="b" t="t" l="l"/>
              <a:pathLst>
                <a:path h="877468" w="8650224">
                  <a:moveTo>
                    <a:pt x="0" y="0"/>
                  </a:moveTo>
                  <a:lnTo>
                    <a:pt x="8650224" y="0"/>
                  </a:lnTo>
                  <a:lnTo>
                    <a:pt x="8650224" y="877468"/>
                  </a:lnTo>
                  <a:lnTo>
                    <a:pt x="0" y="8774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487" r="0" b="-13168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8650224" cy="886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78"/>
                </a:lnSpc>
              </a:pPr>
              <a:r>
                <a:rPr lang="en-US" sz="330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MUTANT DETECTED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910715" y="8480679"/>
            <a:ext cx="14516862" cy="732282"/>
            <a:chOff x="0" y="0"/>
            <a:chExt cx="19355816" cy="97637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355815" cy="976376"/>
            </a:xfrm>
            <a:custGeom>
              <a:avLst/>
              <a:gdLst/>
              <a:ahLst/>
              <a:cxnLst/>
              <a:rect r="r" b="b" t="t" l="l"/>
              <a:pathLst>
                <a:path h="976376" w="19355815">
                  <a:moveTo>
                    <a:pt x="0" y="225298"/>
                  </a:moveTo>
                  <a:cubicBezTo>
                    <a:pt x="0" y="100838"/>
                    <a:pt x="100838" y="0"/>
                    <a:pt x="225298" y="0"/>
                  </a:cubicBezTo>
                  <a:lnTo>
                    <a:pt x="19130518" y="0"/>
                  </a:lnTo>
                  <a:cubicBezTo>
                    <a:pt x="19254978" y="0"/>
                    <a:pt x="19355815" y="100838"/>
                    <a:pt x="19355815" y="225298"/>
                  </a:cubicBezTo>
                  <a:lnTo>
                    <a:pt x="19355815" y="751078"/>
                  </a:lnTo>
                  <a:cubicBezTo>
                    <a:pt x="19355815" y="875538"/>
                    <a:pt x="19254978" y="976376"/>
                    <a:pt x="19130518" y="976376"/>
                  </a:cubicBezTo>
                  <a:lnTo>
                    <a:pt x="225298" y="976376"/>
                  </a:lnTo>
                  <a:cubicBezTo>
                    <a:pt x="100838" y="976376"/>
                    <a:pt x="0" y="875538"/>
                    <a:pt x="0" y="751078"/>
                  </a:cubicBezTo>
                  <a:close/>
                </a:path>
              </a:pathLst>
            </a:custGeom>
            <a:solidFill>
              <a:srgbClr val="142B43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208276" y="8578463"/>
            <a:ext cx="13921740" cy="536715"/>
            <a:chOff x="0" y="0"/>
            <a:chExt cx="18562320" cy="7156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8562320" cy="715620"/>
            </a:xfrm>
            <a:custGeom>
              <a:avLst/>
              <a:gdLst/>
              <a:ahLst/>
              <a:cxnLst/>
              <a:rect r="r" b="b" t="t" l="l"/>
              <a:pathLst>
                <a:path h="715620" w="18562320">
                  <a:moveTo>
                    <a:pt x="0" y="0"/>
                  </a:moveTo>
                  <a:lnTo>
                    <a:pt x="18562320" y="0"/>
                  </a:lnTo>
                  <a:lnTo>
                    <a:pt x="18562320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696" r="0" b="-45014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18562320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7"/>
                </a:lnSpc>
              </a:pPr>
              <a:r>
                <a:rPr lang="en-US" sz="27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Changing the input helped our tests detect 2 related mutants.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18972" y="9738360"/>
            <a:ext cx="13304520" cy="281803"/>
            <a:chOff x="0" y="0"/>
            <a:chExt cx="17739360" cy="37573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7739361" cy="375737"/>
            </a:xfrm>
            <a:custGeom>
              <a:avLst/>
              <a:gdLst/>
              <a:ahLst/>
              <a:cxnLst/>
              <a:rect r="r" b="b" t="t" l="l"/>
              <a:pathLst>
                <a:path h="375737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375737"/>
                  </a:lnTo>
                  <a:lnTo>
                    <a:pt x="0" y="375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3691" r="0" b="-86616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17739360" cy="38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9"/>
                </a:lnSpc>
              </a:pPr>
              <a:r>
                <a:rPr lang="en-US" b="true" sz="1439" spc="105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MUTATION TESTING - ESHOP CASE STUDY - GROUP 12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773635" y="4896612"/>
            <a:ext cx="1022337" cy="1607962"/>
            <a:chOff x="0" y="0"/>
            <a:chExt cx="1363116" cy="214394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63116" cy="2143949"/>
            </a:xfrm>
            <a:custGeom>
              <a:avLst/>
              <a:gdLst/>
              <a:ahLst/>
              <a:cxnLst/>
              <a:rect r="r" b="b" t="t" l="l"/>
              <a:pathLst>
                <a:path h="2143949" w="1363116">
                  <a:moveTo>
                    <a:pt x="0" y="0"/>
                  </a:moveTo>
                  <a:lnTo>
                    <a:pt x="1363116" y="0"/>
                  </a:lnTo>
                  <a:lnTo>
                    <a:pt x="1363116" y="2143949"/>
                  </a:lnTo>
                  <a:lnTo>
                    <a:pt x="0" y="2143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956" t="0" r="-125560" b="2578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363116" cy="2172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949"/>
                </a:lnSpc>
              </a:pPr>
              <a:r>
                <a:rPr lang="en-US" sz="804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421460" y="4954254"/>
            <a:ext cx="1700784" cy="1278915"/>
            <a:chOff x="0" y="0"/>
            <a:chExt cx="2267712" cy="17052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67712" cy="1705220"/>
            </a:xfrm>
            <a:custGeom>
              <a:avLst/>
              <a:gdLst/>
              <a:ahLst/>
              <a:cxnLst/>
              <a:rect r="r" b="b" t="t" l="l"/>
              <a:pathLst>
                <a:path h="1705220" w="2267712">
                  <a:moveTo>
                    <a:pt x="0" y="0"/>
                  </a:moveTo>
                  <a:lnTo>
                    <a:pt x="2267712" y="0"/>
                  </a:lnTo>
                  <a:lnTo>
                    <a:pt x="2267712" y="1705220"/>
                  </a:lnTo>
                  <a:lnTo>
                    <a:pt x="0" y="17052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26" r="0" b="521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2267712" cy="1733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910"/>
                </a:lnSpc>
              </a:pPr>
              <a:r>
                <a:rPr lang="en-US" b="true" sz="63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798519" y="4896612"/>
            <a:ext cx="971550" cy="1607962"/>
            <a:chOff x="0" y="0"/>
            <a:chExt cx="1295400" cy="214394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95400" cy="2143949"/>
            </a:xfrm>
            <a:custGeom>
              <a:avLst/>
              <a:gdLst/>
              <a:ahLst/>
              <a:cxnLst/>
              <a:rect r="r" b="b" t="t" l="l"/>
              <a:pathLst>
                <a:path h="2143949" w="1295400">
                  <a:moveTo>
                    <a:pt x="0" y="0"/>
                  </a:moveTo>
                  <a:lnTo>
                    <a:pt x="1295400" y="0"/>
                  </a:lnTo>
                  <a:lnTo>
                    <a:pt x="1295400" y="2143949"/>
                  </a:lnTo>
                  <a:lnTo>
                    <a:pt x="0" y="214394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704" t="0" r="-139469" b="2578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1295400" cy="2172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9949"/>
                </a:lnSpc>
              </a:pPr>
              <a:r>
                <a:rPr lang="en-US" b="true" sz="8049">
                  <a:solidFill>
                    <a:srgbClr val="C8435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1920"/>
            <a:chOff x="0" y="0"/>
            <a:chExt cx="24408790" cy="162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62560"/>
            </a:xfrm>
            <a:custGeom>
              <a:avLst/>
              <a:gdLst/>
              <a:ahLst/>
              <a:cxnLst/>
              <a:rect r="r" b="b" t="t" l="l"/>
              <a:pathLst>
                <a:path h="16256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3734707" cy="121920"/>
            <a:chOff x="0" y="0"/>
            <a:chExt cx="18312943" cy="162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12892" cy="162560"/>
            </a:xfrm>
            <a:custGeom>
              <a:avLst/>
              <a:gdLst/>
              <a:ahLst/>
              <a:cxnLst/>
              <a:rect r="r" b="b" t="t" l="l"/>
              <a:pathLst>
                <a:path h="162560" w="18312892">
                  <a:moveTo>
                    <a:pt x="0" y="0"/>
                  </a:moveTo>
                  <a:lnTo>
                    <a:pt x="18312892" y="0"/>
                  </a:lnTo>
                  <a:lnTo>
                    <a:pt x="18312892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8299" y="566547"/>
            <a:ext cx="197358" cy="197358"/>
            <a:chOff x="0" y="0"/>
            <a:chExt cx="263144" cy="263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cubicBezTo>
                    <a:pt x="204216" y="0"/>
                    <a:pt x="263144" y="58928"/>
                    <a:pt x="263144" y="131572"/>
                  </a:cubicBezTo>
                  <a:cubicBezTo>
                    <a:pt x="263144" y="204216"/>
                    <a:pt x="204216" y="263144"/>
                    <a:pt x="131572" y="263144"/>
                  </a:cubicBezTo>
                  <a:cubicBezTo>
                    <a:pt x="58928" y="263144"/>
                    <a:pt x="0" y="204216"/>
                    <a:pt x="0" y="131572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9576" y="466344"/>
            <a:ext cx="13441680" cy="354635"/>
            <a:chOff x="0" y="0"/>
            <a:chExt cx="17922240" cy="47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22239" cy="472846"/>
            </a:xfrm>
            <a:custGeom>
              <a:avLst/>
              <a:gdLst/>
              <a:ahLst/>
              <a:cxnLst/>
              <a:rect r="r" b="b" t="t" l="l"/>
              <a:pathLst>
                <a:path h="472846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72846"/>
                  </a:lnTo>
                  <a:lnTo>
                    <a:pt x="0" y="47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193" r="0" b="-6868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922240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b="true" sz="1800" spc="165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T10  /  OUR EXPERIMENT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256" y="1083564"/>
            <a:ext cx="16527780" cy="1193292"/>
            <a:chOff x="0" y="0"/>
            <a:chExt cx="22037040" cy="15910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37039" cy="1591056"/>
            </a:xfrm>
            <a:custGeom>
              <a:avLst/>
              <a:gdLst/>
              <a:ahLst/>
              <a:cxnLst/>
              <a:rect r="r" b="b" t="t" l="l"/>
              <a:pathLst>
                <a:path h="159105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878" r="0" b="-2198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037040" cy="1600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Same starting point. Different test improvements.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3960">
            <a:off x="895721" y="9569006"/>
            <a:ext cx="16450828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6047720" y="9738360"/>
            <a:ext cx="1261872" cy="306734"/>
            <a:chOff x="0" y="0"/>
            <a:chExt cx="1682496" cy="408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2496" cy="408978"/>
            </a:xfrm>
            <a:custGeom>
              <a:avLst/>
              <a:gdLst/>
              <a:ahLst/>
              <a:cxnLst/>
              <a:rect r="r" b="b" t="t" l="l"/>
              <a:pathLst>
                <a:path h="408978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408978"/>
                  </a:lnTo>
                  <a:lnTo>
                    <a:pt x="0" y="4089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79" r="0" b="-226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682496" cy="418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6"/>
                </a:lnSpc>
              </a:pPr>
              <a:r>
                <a:rPr lang="en-US" sz="157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09 / 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25215" y="2761107"/>
            <a:ext cx="11032998" cy="1116330"/>
            <a:chOff x="0" y="0"/>
            <a:chExt cx="14710664" cy="1488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710663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710663">
                  <a:moveTo>
                    <a:pt x="0" y="223266"/>
                  </a:moveTo>
                  <a:cubicBezTo>
                    <a:pt x="0" y="99949"/>
                    <a:pt x="99949" y="0"/>
                    <a:pt x="223266" y="0"/>
                  </a:cubicBezTo>
                  <a:lnTo>
                    <a:pt x="14487398" y="0"/>
                  </a:lnTo>
                  <a:cubicBezTo>
                    <a:pt x="14610714" y="0"/>
                    <a:pt x="14710663" y="99949"/>
                    <a:pt x="14710663" y="223266"/>
                  </a:cubicBezTo>
                  <a:lnTo>
                    <a:pt x="14710663" y="1265174"/>
                  </a:lnTo>
                  <a:cubicBezTo>
                    <a:pt x="14710663" y="1388491"/>
                    <a:pt x="14610714" y="1488440"/>
                    <a:pt x="14487398" y="1488440"/>
                  </a:cubicBezTo>
                  <a:lnTo>
                    <a:pt x="223266" y="1488440"/>
                  </a:lnTo>
                  <a:cubicBezTo>
                    <a:pt x="99949" y="1488440"/>
                    <a:pt x="0" y="1388491"/>
                    <a:pt x="0" y="1265174"/>
                  </a:cubicBezTo>
                  <a:close/>
                </a:path>
              </a:pathLst>
            </a:custGeom>
            <a:solidFill>
              <a:srgbClr val="142B4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005072" y="3007776"/>
            <a:ext cx="10273284" cy="622992"/>
            <a:chOff x="0" y="0"/>
            <a:chExt cx="13697712" cy="8306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697713" cy="830656"/>
            </a:xfrm>
            <a:custGeom>
              <a:avLst/>
              <a:gdLst/>
              <a:ahLst/>
              <a:cxnLst/>
              <a:rect r="r" b="b" t="t" l="l"/>
              <a:pathLst>
                <a:path h="830656" w="13697713">
                  <a:moveTo>
                    <a:pt x="0" y="0"/>
                  </a:moveTo>
                  <a:lnTo>
                    <a:pt x="13697713" y="0"/>
                  </a:lnTo>
                  <a:lnTo>
                    <a:pt x="13697713" y="830656"/>
                  </a:lnTo>
                  <a:lnTo>
                    <a:pt x="0" y="830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683" r="0" b="-26094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3697712" cy="840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93"/>
                </a:lnSpc>
              </a:pPr>
              <a:r>
                <a:rPr lang="en-US" sz="31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SAME ORIGINAL CODE + BASELINE TESTS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9167625" y="3867945"/>
            <a:ext cx="0" cy="503269"/>
          </a:xfrm>
          <a:prstGeom prst="line">
            <a:avLst/>
          </a:prstGeom>
          <a:ln cap="rnd" w="19050">
            <a:solidFill>
              <a:srgbClr val="146C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16500">
            <a:off x="5179266" y="4352163"/>
            <a:ext cx="7924895" cy="0"/>
          </a:xfrm>
          <a:prstGeom prst="line">
            <a:avLst/>
          </a:prstGeom>
          <a:ln cap="rnd" w="19050">
            <a:solidFill>
              <a:srgbClr val="146C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5179309" y="4342639"/>
            <a:ext cx="0" cy="463011"/>
          </a:xfrm>
          <a:prstGeom prst="line">
            <a:avLst/>
          </a:prstGeom>
          <a:ln cap="rnd" w="19050">
            <a:solidFill>
              <a:srgbClr val="146CB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3104109" y="4380739"/>
            <a:ext cx="0" cy="411478"/>
          </a:xfrm>
          <a:prstGeom prst="line">
            <a:avLst/>
          </a:prstGeom>
          <a:ln cap="rnd" w="19050">
            <a:solidFill>
              <a:srgbClr val="146CB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252347" y="4777359"/>
            <a:ext cx="7946898" cy="2638806"/>
            <a:chOff x="0" y="0"/>
            <a:chExt cx="10595864" cy="35184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95863" cy="3518408"/>
            </a:xfrm>
            <a:custGeom>
              <a:avLst/>
              <a:gdLst/>
              <a:ahLst/>
              <a:cxnLst/>
              <a:rect r="r" b="b" t="t" l="l"/>
              <a:pathLst>
                <a:path h="3518408" w="10595863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10374757" y="0"/>
                  </a:lnTo>
                  <a:cubicBezTo>
                    <a:pt x="10496803" y="0"/>
                    <a:pt x="10595863" y="98933"/>
                    <a:pt x="10595863" y="221107"/>
                  </a:cubicBezTo>
                  <a:lnTo>
                    <a:pt x="10595863" y="3297301"/>
                  </a:lnTo>
                  <a:cubicBezTo>
                    <a:pt x="10595863" y="3419348"/>
                    <a:pt x="10496931" y="3518408"/>
                    <a:pt x="10374757" y="3518408"/>
                  </a:cubicBezTo>
                  <a:lnTo>
                    <a:pt x="221107" y="3518408"/>
                  </a:lnTo>
                  <a:cubicBezTo>
                    <a:pt x="98933" y="3518408"/>
                    <a:pt x="0" y="3419475"/>
                    <a:pt x="0" y="3297301"/>
                  </a:cubicBezTo>
                  <a:close/>
                </a:path>
              </a:pathLst>
            </a:custGeom>
            <a:solidFill>
              <a:srgbClr val="E8F4F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96796" y="5129784"/>
            <a:ext cx="6734556" cy="900874"/>
            <a:chOff x="0" y="0"/>
            <a:chExt cx="8979408" cy="12011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979408" cy="1201166"/>
            </a:xfrm>
            <a:custGeom>
              <a:avLst/>
              <a:gdLst/>
              <a:ahLst/>
              <a:cxnLst/>
              <a:rect r="r" b="b" t="t" l="l"/>
              <a:pathLst>
                <a:path h="1201166" w="8979408">
                  <a:moveTo>
                    <a:pt x="0" y="0"/>
                  </a:moveTo>
                  <a:lnTo>
                    <a:pt x="8979408" y="0"/>
                  </a:lnTo>
                  <a:lnTo>
                    <a:pt x="8979408" y="1201166"/>
                  </a:lnTo>
                  <a:lnTo>
                    <a:pt x="0" y="12011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792" r="0" b="-8753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8979408" cy="1210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62"/>
                </a:lnSpc>
              </a:pPr>
              <a:r>
                <a:rPr lang="en-US" sz="450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MANUAL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783080" y="6172200"/>
            <a:ext cx="6761988" cy="683685"/>
            <a:chOff x="0" y="0"/>
            <a:chExt cx="9015984" cy="9115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015984" cy="911581"/>
            </a:xfrm>
            <a:custGeom>
              <a:avLst/>
              <a:gdLst/>
              <a:ahLst/>
              <a:cxnLst/>
              <a:rect r="r" b="b" t="t" l="l"/>
              <a:pathLst>
                <a:path h="911581" w="9015984">
                  <a:moveTo>
                    <a:pt x="0" y="0"/>
                  </a:moveTo>
                  <a:lnTo>
                    <a:pt x="9015984" y="0"/>
                  </a:lnTo>
                  <a:lnTo>
                    <a:pt x="9015984" y="911581"/>
                  </a:lnTo>
                  <a:lnTo>
                    <a:pt x="0" y="9115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580" r="0" b="-13685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9015984" cy="921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64"/>
                </a:lnSpc>
              </a:pPr>
              <a:r>
                <a:rPr lang="en-US" sz="3450">
                  <a:solidFill>
                    <a:srgbClr val="2638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People add better checks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64243" y="4777359"/>
            <a:ext cx="7480554" cy="2638806"/>
            <a:chOff x="0" y="0"/>
            <a:chExt cx="9974072" cy="351840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74072" cy="3518408"/>
            </a:xfrm>
            <a:custGeom>
              <a:avLst/>
              <a:gdLst/>
              <a:ahLst/>
              <a:cxnLst/>
              <a:rect r="r" b="b" t="t" l="l"/>
              <a:pathLst>
                <a:path h="3518408" w="9974072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9752965" y="0"/>
                  </a:lnTo>
                  <a:cubicBezTo>
                    <a:pt x="9875012" y="0"/>
                    <a:pt x="9974072" y="98933"/>
                    <a:pt x="9974072" y="221107"/>
                  </a:cubicBezTo>
                  <a:lnTo>
                    <a:pt x="9974072" y="3297301"/>
                  </a:lnTo>
                  <a:cubicBezTo>
                    <a:pt x="9974072" y="3419348"/>
                    <a:pt x="9875139" y="3518408"/>
                    <a:pt x="9752965" y="3518408"/>
                  </a:cubicBezTo>
                  <a:lnTo>
                    <a:pt x="221107" y="3518408"/>
                  </a:lnTo>
                  <a:cubicBezTo>
                    <a:pt x="98933" y="3518408"/>
                    <a:pt x="0" y="3419475"/>
                    <a:pt x="0" y="3297301"/>
                  </a:cubicBezTo>
                  <a:close/>
                </a:path>
              </a:pathLst>
            </a:custGeom>
            <a:solidFill>
              <a:srgbClr val="FFF1C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985248" y="5129784"/>
            <a:ext cx="6652260" cy="900874"/>
            <a:chOff x="0" y="0"/>
            <a:chExt cx="8869680" cy="120116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869680" cy="1201166"/>
            </a:xfrm>
            <a:custGeom>
              <a:avLst/>
              <a:gdLst/>
              <a:ahLst/>
              <a:cxnLst/>
              <a:rect r="r" b="b" t="t" l="l"/>
              <a:pathLst>
                <a:path h="1201166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201166"/>
                  </a:lnTo>
                  <a:lnTo>
                    <a:pt x="0" y="12011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012" r="0" b="-8575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8869680" cy="1210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62"/>
                </a:lnSpc>
              </a:pPr>
              <a:r>
                <a:rPr lang="en-US" b="true" sz="45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AI-ASSISTED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012680" y="6172200"/>
            <a:ext cx="6583680" cy="622992"/>
            <a:chOff x="0" y="0"/>
            <a:chExt cx="8778240" cy="83065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78240" cy="830656"/>
            </a:xfrm>
            <a:custGeom>
              <a:avLst/>
              <a:gdLst/>
              <a:ahLst/>
              <a:cxnLst/>
              <a:rect r="r" b="b" t="t" l="l"/>
              <a:pathLst>
                <a:path h="830656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830656"/>
                  </a:lnTo>
                  <a:lnTo>
                    <a:pt x="0" y="8306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478" r="0" b="-1543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8778240" cy="840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93"/>
                </a:lnSpc>
              </a:pPr>
              <a:r>
                <a:rPr lang="en-US" sz="3150">
                  <a:solidFill>
                    <a:srgbClr val="26384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AI suggests ⟶ human verify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899220" y="7995133"/>
            <a:ext cx="12512421" cy="1059561"/>
            <a:chOff x="0" y="0"/>
            <a:chExt cx="16683228" cy="141274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6683228" cy="1412748"/>
            </a:xfrm>
            <a:custGeom>
              <a:avLst/>
              <a:gdLst/>
              <a:ahLst/>
              <a:cxnLst/>
              <a:rect r="r" b="b" t="t" l="l"/>
              <a:pathLst>
                <a:path h="1412748" w="16683228">
                  <a:moveTo>
                    <a:pt x="0" y="223012"/>
                  </a:moveTo>
                  <a:cubicBezTo>
                    <a:pt x="0" y="99822"/>
                    <a:pt x="99822" y="0"/>
                    <a:pt x="223012" y="0"/>
                  </a:cubicBezTo>
                  <a:lnTo>
                    <a:pt x="16460215" y="0"/>
                  </a:lnTo>
                  <a:cubicBezTo>
                    <a:pt x="16583405" y="0"/>
                    <a:pt x="16683228" y="99822"/>
                    <a:pt x="16683228" y="223012"/>
                  </a:cubicBezTo>
                  <a:lnTo>
                    <a:pt x="16683228" y="1189736"/>
                  </a:lnTo>
                  <a:cubicBezTo>
                    <a:pt x="16683228" y="1312926"/>
                    <a:pt x="16583405" y="1412748"/>
                    <a:pt x="16460215" y="1412748"/>
                  </a:cubicBezTo>
                  <a:lnTo>
                    <a:pt x="223012" y="1412748"/>
                  </a:lnTo>
                  <a:cubicBezTo>
                    <a:pt x="99822" y="1412748"/>
                    <a:pt x="0" y="1312926"/>
                    <a:pt x="0" y="1189736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3263433" y="8256556"/>
            <a:ext cx="11783994" cy="536715"/>
            <a:chOff x="0" y="0"/>
            <a:chExt cx="15711992" cy="7156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5711993" cy="715620"/>
            </a:xfrm>
            <a:custGeom>
              <a:avLst/>
              <a:gdLst/>
              <a:ahLst/>
              <a:cxnLst/>
              <a:rect r="r" b="b" t="t" l="l"/>
              <a:pathLst>
                <a:path h="715620" w="15711993">
                  <a:moveTo>
                    <a:pt x="0" y="0"/>
                  </a:moveTo>
                  <a:lnTo>
                    <a:pt x="15711993" y="0"/>
                  </a:lnTo>
                  <a:lnTo>
                    <a:pt x="15711993" y="715620"/>
                  </a:lnTo>
                  <a:lnTo>
                    <a:pt x="0" y="715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322" r="1646" b="-364211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5711992" cy="725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37"/>
                </a:lnSpc>
              </a:pPr>
              <a:r>
                <a:rPr lang="en-US" b="true" sz="27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RUN TESTS AGAIN  →  COMPARE WHICH MUTANTS WERE KILLED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8972" y="9738360"/>
            <a:ext cx="13304520" cy="281803"/>
            <a:chOff x="0" y="0"/>
            <a:chExt cx="17739360" cy="37573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739361" cy="375737"/>
            </a:xfrm>
            <a:custGeom>
              <a:avLst/>
              <a:gdLst/>
              <a:ahLst/>
              <a:cxnLst/>
              <a:rect r="r" b="b" t="t" l="l"/>
              <a:pathLst>
                <a:path h="375737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375737"/>
                  </a:lnTo>
                  <a:lnTo>
                    <a:pt x="0" y="375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3691" r="0" b="-86616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17739360" cy="38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9"/>
                </a:lnSpc>
              </a:pPr>
              <a:r>
                <a:rPr lang="en-US" b="true" sz="1439" spc="105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MUTATION TESTING - ESHOP CASE STUDY - GROUP 12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1920"/>
            <a:chOff x="0" y="0"/>
            <a:chExt cx="24408790" cy="162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62560"/>
            </a:xfrm>
            <a:custGeom>
              <a:avLst/>
              <a:gdLst/>
              <a:ahLst/>
              <a:cxnLst/>
              <a:rect r="r" b="b" t="t" l="l"/>
              <a:pathLst>
                <a:path h="16256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5258669" cy="121920"/>
            <a:chOff x="0" y="0"/>
            <a:chExt cx="20344892" cy="162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344892" cy="162560"/>
            </a:xfrm>
            <a:custGeom>
              <a:avLst/>
              <a:gdLst/>
              <a:ahLst/>
              <a:cxnLst/>
              <a:rect r="r" b="b" t="t" l="l"/>
              <a:pathLst>
                <a:path h="162560" w="20344892">
                  <a:moveTo>
                    <a:pt x="0" y="0"/>
                  </a:moveTo>
                  <a:lnTo>
                    <a:pt x="20344892" y="0"/>
                  </a:lnTo>
                  <a:lnTo>
                    <a:pt x="20344892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8299" y="566547"/>
            <a:ext cx="197358" cy="197358"/>
            <a:chOff x="0" y="0"/>
            <a:chExt cx="263144" cy="263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cubicBezTo>
                    <a:pt x="204216" y="0"/>
                    <a:pt x="263144" y="58928"/>
                    <a:pt x="263144" y="131572"/>
                  </a:cubicBezTo>
                  <a:cubicBezTo>
                    <a:pt x="263144" y="204216"/>
                    <a:pt x="204216" y="263144"/>
                    <a:pt x="131572" y="263144"/>
                  </a:cubicBezTo>
                  <a:cubicBezTo>
                    <a:pt x="58928" y="263144"/>
                    <a:pt x="0" y="204216"/>
                    <a:pt x="0" y="131572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9576" y="466344"/>
            <a:ext cx="13441680" cy="354635"/>
            <a:chOff x="0" y="0"/>
            <a:chExt cx="17922240" cy="47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22239" cy="472846"/>
            </a:xfrm>
            <a:custGeom>
              <a:avLst/>
              <a:gdLst/>
              <a:ahLst/>
              <a:cxnLst/>
              <a:rect r="r" b="b" t="t" l="l"/>
              <a:pathLst>
                <a:path h="472846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72846"/>
                  </a:lnTo>
                  <a:lnTo>
                    <a:pt x="0" y="47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193" r="0" b="-6868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922240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b="true" sz="1800" spc="165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T10  /  RESULTS ON ESHOP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256" y="1083564"/>
            <a:ext cx="16527780" cy="1193292"/>
            <a:chOff x="0" y="0"/>
            <a:chExt cx="22037040" cy="15910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37039" cy="1591056"/>
            </a:xfrm>
            <a:custGeom>
              <a:avLst/>
              <a:gdLst/>
              <a:ahLst/>
              <a:cxnLst/>
              <a:rect r="r" b="b" t="t" l="l"/>
              <a:pathLst>
                <a:path h="159105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878" r="0" b="-2198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037040" cy="1600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More useful checks caught more changes.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3960">
            <a:off x="895721" y="9569006"/>
            <a:ext cx="16450828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6047720" y="9738360"/>
            <a:ext cx="1261872" cy="306734"/>
            <a:chOff x="0" y="0"/>
            <a:chExt cx="1682496" cy="408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2496" cy="408978"/>
            </a:xfrm>
            <a:custGeom>
              <a:avLst/>
              <a:gdLst/>
              <a:ahLst/>
              <a:cxnLst/>
              <a:rect r="r" b="b" t="t" l="l"/>
              <a:pathLst>
                <a:path h="408978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408978"/>
                  </a:lnTo>
                  <a:lnTo>
                    <a:pt x="0" y="4089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79" r="0" b="-226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682496" cy="418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6"/>
                </a:lnSpc>
              </a:pPr>
              <a:r>
                <a:rPr lang="en-US" sz="157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 / 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0400" y="2652331"/>
            <a:ext cx="11044809" cy="6724269"/>
            <a:chOff x="0" y="0"/>
            <a:chExt cx="14726412" cy="89656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726411" cy="8965692"/>
            </a:xfrm>
            <a:custGeom>
              <a:avLst/>
              <a:gdLst/>
              <a:ahLst/>
              <a:cxnLst/>
              <a:rect r="r" b="b" t="t" l="l"/>
              <a:pathLst>
                <a:path h="8965692" w="14726411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14506448" y="0"/>
                  </a:lnTo>
                  <a:cubicBezTo>
                    <a:pt x="14627986" y="0"/>
                    <a:pt x="14726411" y="98552"/>
                    <a:pt x="14726411" y="219964"/>
                  </a:cubicBezTo>
                  <a:lnTo>
                    <a:pt x="14726411" y="8745728"/>
                  </a:lnTo>
                  <a:cubicBezTo>
                    <a:pt x="14726411" y="8867267"/>
                    <a:pt x="14627861" y="8965692"/>
                    <a:pt x="14506448" y="8965692"/>
                  </a:cubicBezTo>
                  <a:lnTo>
                    <a:pt x="219964" y="8965692"/>
                  </a:lnTo>
                  <a:cubicBezTo>
                    <a:pt x="98552" y="8965692"/>
                    <a:pt x="0" y="8867140"/>
                    <a:pt x="0" y="8745728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294680" y="2652331"/>
            <a:ext cx="5078349" cy="6724269"/>
            <a:chOff x="0" y="0"/>
            <a:chExt cx="6771132" cy="89656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771132" cy="8965692"/>
            </a:xfrm>
            <a:custGeom>
              <a:avLst/>
              <a:gdLst/>
              <a:ahLst/>
              <a:cxnLst/>
              <a:rect r="r" b="b" t="t" l="l"/>
              <a:pathLst>
                <a:path h="8965692" w="6771132">
                  <a:moveTo>
                    <a:pt x="0" y="220218"/>
                  </a:moveTo>
                  <a:cubicBezTo>
                    <a:pt x="0" y="98552"/>
                    <a:pt x="98552" y="0"/>
                    <a:pt x="220218" y="0"/>
                  </a:cubicBezTo>
                  <a:lnTo>
                    <a:pt x="6550914" y="0"/>
                  </a:lnTo>
                  <a:cubicBezTo>
                    <a:pt x="6672580" y="0"/>
                    <a:pt x="6771132" y="98552"/>
                    <a:pt x="6771132" y="220218"/>
                  </a:cubicBezTo>
                  <a:lnTo>
                    <a:pt x="6771132" y="8745474"/>
                  </a:lnTo>
                  <a:cubicBezTo>
                    <a:pt x="6771132" y="8867140"/>
                    <a:pt x="6672580" y="8965692"/>
                    <a:pt x="6550914" y="8965692"/>
                  </a:cubicBezTo>
                  <a:lnTo>
                    <a:pt x="220218" y="8965692"/>
                  </a:lnTo>
                  <a:cubicBezTo>
                    <a:pt x="98552" y="8965692"/>
                    <a:pt x="0" y="8867140"/>
                    <a:pt x="0" y="8745474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3031236"/>
            <a:ext cx="9546336" cy="683685"/>
            <a:chOff x="0" y="0"/>
            <a:chExt cx="12728448" cy="9115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28448" cy="911581"/>
            </a:xfrm>
            <a:custGeom>
              <a:avLst/>
              <a:gdLst/>
              <a:ahLst/>
              <a:cxnLst/>
              <a:rect r="r" b="b" t="t" l="l"/>
              <a:pathLst>
                <a:path h="911581" w="12728448">
                  <a:moveTo>
                    <a:pt x="0" y="0"/>
                  </a:moveTo>
                  <a:lnTo>
                    <a:pt x="12728448" y="0"/>
                  </a:lnTo>
                  <a:lnTo>
                    <a:pt x="12728448" y="911581"/>
                  </a:lnTo>
                  <a:lnTo>
                    <a:pt x="0" y="9115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53" r="0" b="-21018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2728448" cy="921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4"/>
                </a:lnSpc>
              </a:pPr>
              <a:r>
                <a:rPr lang="en-US" sz="345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CART &amp; ORDERS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26464" y="4032504"/>
            <a:ext cx="3621024" cy="597408"/>
            <a:chOff x="0" y="0"/>
            <a:chExt cx="4828032" cy="7965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28032" cy="796544"/>
            </a:xfrm>
            <a:custGeom>
              <a:avLst/>
              <a:gdLst/>
              <a:ahLst/>
              <a:cxnLst/>
              <a:rect r="r" b="b" t="t" l="l"/>
              <a:pathLst>
                <a:path h="796544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796544"/>
                  </a:lnTo>
                  <a:lnTo>
                    <a:pt x="0" y="796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888" r="0" b="-6631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4828032" cy="806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08"/>
                </a:lnSpc>
              </a:pPr>
              <a:r>
                <a:rPr lang="en-US" sz="3000" b="true">
                  <a:solidFill>
                    <a:srgbClr val="2638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Starting tests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941951" y="4173855"/>
            <a:ext cx="5272278" cy="691134"/>
            <a:chOff x="0" y="0"/>
            <a:chExt cx="7029704" cy="9215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29704" cy="921512"/>
            </a:xfrm>
            <a:custGeom>
              <a:avLst/>
              <a:gdLst/>
              <a:ahLst/>
              <a:cxnLst/>
              <a:rect r="r" b="b" t="t" l="l"/>
              <a:pathLst>
                <a:path h="921512" w="7029704">
                  <a:moveTo>
                    <a:pt x="0" y="225679"/>
                  </a:moveTo>
                  <a:cubicBezTo>
                    <a:pt x="0" y="101092"/>
                    <a:pt x="101092" y="0"/>
                    <a:pt x="225679" y="0"/>
                  </a:cubicBezTo>
                  <a:lnTo>
                    <a:pt x="6804025" y="0"/>
                  </a:lnTo>
                  <a:cubicBezTo>
                    <a:pt x="6928612" y="0"/>
                    <a:pt x="7029704" y="101092"/>
                    <a:pt x="7029704" y="225679"/>
                  </a:cubicBezTo>
                  <a:lnTo>
                    <a:pt x="7029704" y="695833"/>
                  </a:lnTo>
                  <a:cubicBezTo>
                    <a:pt x="7029704" y="820420"/>
                    <a:pt x="6928612" y="921512"/>
                    <a:pt x="6804025" y="921512"/>
                  </a:cubicBezTo>
                  <a:lnTo>
                    <a:pt x="225679" y="921512"/>
                  </a:lnTo>
                  <a:cubicBezTo>
                    <a:pt x="101092" y="921512"/>
                    <a:pt x="0" y="820420"/>
                    <a:pt x="0" y="695833"/>
                  </a:cubicBez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941951" y="4173855"/>
            <a:ext cx="3935092" cy="691134"/>
            <a:chOff x="0" y="0"/>
            <a:chExt cx="5246789" cy="9215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46751" cy="921512"/>
            </a:xfrm>
            <a:custGeom>
              <a:avLst/>
              <a:gdLst/>
              <a:ahLst/>
              <a:cxnLst/>
              <a:rect r="r" b="b" t="t" l="l"/>
              <a:pathLst>
                <a:path h="921512" w="5246751">
                  <a:moveTo>
                    <a:pt x="0" y="225679"/>
                  </a:moveTo>
                  <a:cubicBezTo>
                    <a:pt x="0" y="101092"/>
                    <a:pt x="101092" y="0"/>
                    <a:pt x="225679" y="0"/>
                  </a:cubicBezTo>
                  <a:lnTo>
                    <a:pt x="5021072" y="0"/>
                  </a:lnTo>
                  <a:cubicBezTo>
                    <a:pt x="5145659" y="0"/>
                    <a:pt x="5246751" y="101092"/>
                    <a:pt x="5246751" y="225679"/>
                  </a:cubicBezTo>
                  <a:lnTo>
                    <a:pt x="5246751" y="695833"/>
                  </a:lnTo>
                  <a:cubicBezTo>
                    <a:pt x="5246751" y="820420"/>
                    <a:pt x="5145659" y="921512"/>
                    <a:pt x="5021072" y="921512"/>
                  </a:cubicBezTo>
                  <a:lnTo>
                    <a:pt x="225679" y="921512"/>
                  </a:lnTo>
                  <a:cubicBezTo>
                    <a:pt x="101092" y="921512"/>
                    <a:pt x="0" y="820420"/>
                    <a:pt x="0" y="695833"/>
                  </a:cubicBezTo>
                  <a:close/>
                </a:path>
              </a:pathLst>
            </a:custGeom>
            <a:solidFill>
              <a:srgbClr val="687B8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410444" y="4080510"/>
            <a:ext cx="987552" cy="840181"/>
            <a:chOff x="0" y="0"/>
            <a:chExt cx="1316736" cy="112024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16736" cy="1120242"/>
            </a:xfrm>
            <a:custGeom>
              <a:avLst/>
              <a:gdLst/>
              <a:ahLst/>
              <a:cxnLst/>
              <a:rect r="r" b="b" t="t" l="l"/>
              <a:pathLst>
                <a:path h="1120242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120242"/>
                  </a:lnTo>
                  <a:lnTo>
                    <a:pt x="0" y="1120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857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316736" cy="1129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191"/>
                </a:lnSpc>
              </a:pPr>
              <a:r>
                <a:rPr lang="en-US" sz="4200" b="true">
                  <a:solidFill>
                    <a:srgbClr val="687B8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82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426464" y="5472684"/>
            <a:ext cx="3621024" cy="597408"/>
            <a:chOff x="0" y="0"/>
            <a:chExt cx="4828032" cy="7965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28032" cy="796544"/>
            </a:xfrm>
            <a:custGeom>
              <a:avLst/>
              <a:gdLst/>
              <a:ahLst/>
              <a:cxnLst/>
              <a:rect r="r" b="b" t="t" l="l"/>
              <a:pathLst>
                <a:path h="796544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796544"/>
                  </a:lnTo>
                  <a:lnTo>
                    <a:pt x="0" y="796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888" r="0" b="-6631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828032" cy="806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08"/>
                </a:lnSpc>
              </a:pPr>
              <a:r>
                <a:rPr lang="en-US" sz="3000" b="true">
                  <a:solidFill>
                    <a:srgbClr val="2638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Manual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41951" y="5614035"/>
            <a:ext cx="5272278" cy="691134"/>
            <a:chOff x="0" y="0"/>
            <a:chExt cx="7029704" cy="9215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29704" cy="921512"/>
            </a:xfrm>
            <a:custGeom>
              <a:avLst/>
              <a:gdLst/>
              <a:ahLst/>
              <a:cxnLst/>
              <a:rect r="r" b="b" t="t" l="l"/>
              <a:pathLst>
                <a:path h="921512" w="7029704">
                  <a:moveTo>
                    <a:pt x="0" y="225679"/>
                  </a:moveTo>
                  <a:cubicBezTo>
                    <a:pt x="0" y="101092"/>
                    <a:pt x="101092" y="0"/>
                    <a:pt x="225679" y="0"/>
                  </a:cubicBezTo>
                  <a:lnTo>
                    <a:pt x="6804025" y="0"/>
                  </a:lnTo>
                  <a:cubicBezTo>
                    <a:pt x="6928612" y="0"/>
                    <a:pt x="7029704" y="101092"/>
                    <a:pt x="7029704" y="225679"/>
                  </a:cubicBezTo>
                  <a:lnTo>
                    <a:pt x="7029704" y="695833"/>
                  </a:lnTo>
                  <a:cubicBezTo>
                    <a:pt x="7029704" y="820420"/>
                    <a:pt x="6928612" y="921512"/>
                    <a:pt x="6804025" y="921512"/>
                  </a:cubicBezTo>
                  <a:lnTo>
                    <a:pt x="225679" y="921512"/>
                  </a:lnTo>
                  <a:cubicBezTo>
                    <a:pt x="101092" y="921512"/>
                    <a:pt x="0" y="820420"/>
                    <a:pt x="0" y="695833"/>
                  </a:cubicBez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941951" y="5614035"/>
            <a:ext cx="5033496" cy="691134"/>
            <a:chOff x="0" y="0"/>
            <a:chExt cx="6711328" cy="9215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711315" cy="921512"/>
            </a:xfrm>
            <a:custGeom>
              <a:avLst/>
              <a:gdLst/>
              <a:ahLst/>
              <a:cxnLst/>
              <a:rect r="r" b="b" t="t" l="l"/>
              <a:pathLst>
                <a:path h="921512" w="6711315">
                  <a:moveTo>
                    <a:pt x="0" y="225679"/>
                  </a:moveTo>
                  <a:cubicBezTo>
                    <a:pt x="0" y="101092"/>
                    <a:pt x="101092" y="0"/>
                    <a:pt x="225679" y="0"/>
                  </a:cubicBezTo>
                  <a:lnTo>
                    <a:pt x="6485636" y="0"/>
                  </a:lnTo>
                  <a:cubicBezTo>
                    <a:pt x="6610223" y="0"/>
                    <a:pt x="6711315" y="101092"/>
                    <a:pt x="6711315" y="225679"/>
                  </a:cubicBezTo>
                  <a:lnTo>
                    <a:pt x="6711315" y="695833"/>
                  </a:lnTo>
                  <a:cubicBezTo>
                    <a:pt x="6711315" y="820420"/>
                    <a:pt x="6610223" y="921512"/>
                    <a:pt x="6485636" y="921512"/>
                  </a:cubicBezTo>
                  <a:lnTo>
                    <a:pt x="225679" y="921512"/>
                  </a:lnTo>
                  <a:cubicBezTo>
                    <a:pt x="101092" y="921512"/>
                    <a:pt x="0" y="820420"/>
                    <a:pt x="0" y="695833"/>
                  </a:cubicBezTo>
                  <a:close/>
                </a:path>
              </a:pathLst>
            </a:custGeom>
            <a:solidFill>
              <a:srgbClr val="15865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410444" y="5520690"/>
            <a:ext cx="987552" cy="840181"/>
            <a:chOff x="0" y="0"/>
            <a:chExt cx="1316736" cy="112024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16736" cy="1120242"/>
            </a:xfrm>
            <a:custGeom>
              <a:avLst/>
              <a:gdLst/>
              <a:ahLst/>
              <a:cxnLst/>
              <a:rect r="r" b="b" t="t" l="l"/>
              <a:pathLst>
                <a:path h="1120242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120242"/>
                  </a:lnTo>
                  <a:lnTo>
                    <a:pt x="0" y="1120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857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316736" cy="1129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191"/>
                </a:lnSpc>
              </a:pPr>
              <a:r>
                <a:rPr lang="en-US" sz="420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105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26464" y="6912864"/>
            <a:ext cx="3621024" cy="597408"/>
            <a:chOff x="0" y="0"/>
            <a:chExt cx="4828032" cy="7965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28032" cy="796544"/>
            </a:xfrm>
            <a:custGeom>
              <a:avLst/>
              <a:gdLst/>
              <a:ahLst/>
              <a:cxnLst/>
              <a:rect r="r" b="b" t="t" l="l"/>
              <a:pathLst>
                <a:path h="796544" w="4828032">
                  <a:moveTo>
                    <a:pt x="0" y="0"/>
                  </a:moveTo>
                  <a:lnTo>
                    <a:pt x="4828032" y="0"/>
                  </a:lnTo>
                  <a:lnTo>
                    <a:pt x="4828032" y="796544"/>
                  </a:lnTo>
                  <a:lnTo>
                    <a:pt x="0" y="796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888" r="0" b="-6631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4828032" cy="806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08"/>
                </a:lnSpc>
              </a:pPr>
              <a:r>
                <a:rPr lang="en-US" sz="3000" b="true">
                  <a:solidFill>
                    <a:srgbClr val="2638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AI-assisted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941951" y="7054215"/>
            <a:ext cx="5272278" cy="691134"/>
            <a:chOff x="0" y="0"/>
            <a:chExt cx="7029704" cy="9215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29704" cy="921512"/>
            </a:xfrm>
            <a:custGeom>
              <a:avLst/>
              <a:gdLst/>
              <a:ahLst/>
              <a:cxnLst/>
              <a:rect r="r" b="b" t="t" l="l"/>
              <a:pathLst>
                <a:path h="921512" w="7029704">
                  <a:moveTo>
                    <a:pt x="0" y="225679"/>
                  </a:moveTo>
                  <a:cubicBezTo>
                    <a:pt x="0" y="101092"/>
                    <a:pt x="101092" y="0"/>
                    <a:pt x="225679" y="0"/>
                  </a:cubicBezTo>
                  <a:lnTo>
                    <a:pt x="6804025" y="0"/>
                  </a:lnTo>
                  <a:cubicBezTo>
                    <a:pt x="6928612" y="0"/>
                    <a:pt x="7029704" y="101092"/>
                    <a:pt x="7029704" y="225679"/>
                  </a:cubicBezTo>
                  <a:lnTo>
                    <a:pt x="7029704" y="695833"/>
                  </a:lnTo>
                  <a:cubicBezTo>
                    <a:pt x="7029704" y="820420"/>
                    <a:pt x="6928612" y="921512"/>
                    <a:pt x="6804025" y="921512"/>
                  </a:cubicBezTo>
                  <a:lnTo>
                    <a:pt x="225679" y="921512"/>
                  </a:lnTo>
                  <a:cubicBezTo>
                    <a:pt x="101092" y="921512"/>
                    <a:pt x="0" y="820420"/>
                    <a:pt x="0" y="695833"/>
                  </a:cubicBez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941951" y="7054215"/>
            <a:ext cx="4555931" cy="691134"/>
            <a:chOff x="0" y="0"/>
            <a:chExt cx="6074575" cy="92151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074537" cy="921512"/>
            </a:xfrm>
            <a:custGeom>
              <a:avLst/>
              <a:gdLst/>
              <a:ahLst/>
              <a:cxnLst/>
              <a:rect r="r" b="b" t="t" l="l"/>
              <a:pathLst>
                <a:path h="921512" w="6074537">
                  <a:moveTo>
                    <a:pt x="0" y="225679"/>
                  </a:moveTo>
                  <a:cubicBezTo>
                    <a:pt x="0" y="101092"/>
                    <a:pt x="101092" y="0"/>
                    <a:pt x="225679" y="0"/>
                  </a:cubicBezTo>
                  <a:lnTo>
                    <a:pt x="5848858" y="0"/>
                  </a:lnTo>
                  <a:cubicBezTo>
                    <a:pt x="5973445" y="0"/>
                    <a:pt x="6074537" y="101092"/>
                    <a:pt x="6074537" y="225679"/>
                  </a:cubicBezTo>
                  <a:lnTo>
                    <a:pt x="6074537" y="695833"/>
                  </a:lnTo>
                  <a:cubicBezTo>
                    <a:pt x="6074537" y="820420"/>
                    <a:pt x="5973445" y="921512"/>
                    <a:pt x="5848858" y="921512"/>
                  </a:cubicBezTo>
                  <a:lnTo>
                    <a:pt x="225679" y="921512"/>
                  </a:lnTo>
                  <a:cubicBezTo>
                    <a:pt x="101092" y="921512"/>
                    <a:pt x="0" y="820420"/>
                    <a:pt x="0" y="695833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410444" y="6960870"/>
            <a:ext cx="987552" cy="840181"/>
            <a:chOff x="0" y="0"/>
            <a:chExt cx="1316736" cy="112024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16736" cy="1120242"/>
            </a:xfrm>
            <a:custGeom>
              <a:avLst/>
              <a:gdLst/>
              <a:ahLst/>
              <a:cxnLst/>
              <a:rect r="r" b="b" t="t" l="l"/>
              <a:pathLst>
                <a:path h="1120242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120242"/>
                  </a:lnTo>
                  <a:lnTo>
                    <a:pt x="0" y="1120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9791" t="0" r="-49791" b="857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316736" cy="1129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191"/>
                </a:lnSpc>
              </a:pPr>
              <a:r>
                <a:rPr lang="en-US" sz="420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95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453896" y="8682228"/>
            <a:ext cx="9244584" cy="450437"/>
            <a:chOff x="0" y="0"/>
            <a:chExt cx="12326112" cy="60058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326112" cy="600583"/>
            </a:xfrm>
            <a:custGeom>
              <a:avLst/>
              <a:gdLst/>
              <a:ahLst/>
              <a:cxnLst/>
              <a:rect r="r" b="b" t="t" l="l"/>
              <a:pathLst>
                <a:path h="600583" w="12326112">
                  <a:moveTo>
                    <a:pt x="0" y="0"/>
                  </a:moveTo>
                  <a:lnTo>
                    <a:pt x="12326112" y="0"/>
                  </a:lnTo>
                  <a:lnTo>
                    <a:pt x="12326112" y="600583"/>
                  </a:lnTo>
                  <a:lnTo>
                    <a:pt x="0" y="600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227" r="0" b="-34557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2326112" cy="610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1"/>
                </a:lnSpc>
              </a:pPr>
              <a:r>
                <a:rPr lang="en-US" sz="225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Number of mutants detected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701016" y="3031236"/>
            <a:ext cx="4018788" cy="683685"/>
            <a:chOff x="0" y="0"/>
            <a:chExt cx="5358384" cy="91158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358384" cy="911581"/>
            </a:xfrm>
            <a:custGeom>
              <a:avLst/>
              <a:gdLst/>
              <a:ahLst/>
              <a:cxnLst/>
              <a:rect r="r" b="b" t="t" l="l"/>
              <a:pathLst>
                <a:path h="911581" w="5358384">
                  <a:moveTo>
                    <a:pt x="0" y="0"/>
                  </a:moveTo>
                  <a:lnTo>
                    <a:pt x="5358384" y="0"/>
                  </a:lnTo>
                  <a:lnTo>
                    <a:pt x="5358384" y="911581"/>
                  </a:lnTo>
                  <a:lnTo>
                    <a:pt x="0" y="9115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417" r="0" b="-5265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5358384" cy="921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64"/>
                </a:lnSpc>
              </a:pPr>
              <a:r>
                <a:rPr lang="en-US" sz="345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COUPONS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701016" y="4142232"/>
            <a:ext cx="2468880" cy="562299"/>
            <a:chOff x="0" y="0"/>
            <a:chExt cx="3291840" cy="74973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91840" cy="749732"/>
            </a:xfrm>
            <a:custGeom>
              <a:avLst/>
              <a:gdLst/>
              <a:ahLst/>
              <a:cxnLst/>
              <a:rect r="r" b="b" t="t" l="l"/>
              <a:pathLst>
                <a:path h="7497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49732"/>
                  </a:lnTo>
                  <a:lnTo>
                    <a:pt x="0" y="749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04" r="0" b="-258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3291840" cy="75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sz="2850" b="true">
                  <a:solidFill>
                    <a:srgbClr val="2638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Start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5636240" y="4087368"/>
            <a:ext cx="1042416" cy="840181"/>
            <a:chOff x="0" y="0"/>
            <a:chExt cx="1389888" cy="112024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389888" cy="1120242"/>
            </a:xfrm>
            <a:custGeom>
              <a:avLst/>
              <a:gdLst/>
              <a:ahLst/>
              <a:cxnLst/>
              <a:rect r="r" b="b" t="t" l="l"/>
              <a:pathLst>
                <a:path h="1120242" w="1389888">
                  <a:moveTo>
                    <a:pt x="0" y="0"/>
                  </a:moveTo>
                  <a:lnTo>
                    <a:pt x="1389888" y="0"/>
                  </a:lnTo>
                  <a:lnTo>
                    <a:pt x="1389888" y="1120242"/>
                  </a:lnTo>
                  <a:lnTo>
                    <a:pt x="0" y="1120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592" t="0" r="-22592" b="2980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1389888" cy="1129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191"/>
                </a:lnSpc>
              </a:pPr>
              <a:r>
                <a:rPr lang="en-US" b="true" sz="42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39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2701016" y="5239512"/>
            <a:ext cx="2468880" cy="562299"/>
            <a:chOff x="0" y="0"/>
            <a:chExt cx="3291840" cy="74973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291840" cy="749732"/>
            </a:xfrm>
            <a:custGeom>
              <a:avLst/>
              <a:gdLst/>
              <a:ahLst/>
              <a:cxnLst/>
              <a:rect r="r" b="b" t="t" l="l"/>
              <a:pathLst>
                <a:path h="7497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49732"/>
                  </a:lnTo>
                  <a:lnTo>
                    <a:pt x="0" y="749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04" r="0" b="-2580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3291840" cy="75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sz="2850" b="true">
                  <a:solidFill>
                    <a:srgbClr val="2638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Manual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5636240" y="5184648"/>
            <a:ext cx="1042416" cy="840181"/>
            <a:chOff x="0" y="0"/>
            <a:chExt cx="1389888" cy="112024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389888" cy="1120242"/>
            </a:xfrm>
            <a:custGeom>
              <a:avLst/>
              <a:gdLst/>
              <a:ahLst/>
              <a:cxnLst/>
              <a:rect r="r" b="b" t="t" l="l"/>
              <a:pathLst>
                <a:path h="1120242" w="1389888">
                  <a:moveTo>
                    <a:pt x="0" y="0"/>
                  </a:moveTo>
                  <a:lnTo>
                    <a:pt x="1389888" y="0"/>
                  </a:lnTo>
                  <a:lnTo>
                    <a:pt x="1389888" y="1120242"/>
                  </a:lnTo>
                  <a:lnTo>
                    <a:pt x="0" y="1120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592" t="0" r="-22592" b="2980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1389888" cy="1129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191"/>
                </a:lnSpc>
              </a:pPr>
              <a:r>
                <a:rPr lang="en-US" sz="420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41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701016" y="6336792"/>
            <a:ext cx="2468880" cy="562299"/>
            <a:chOff x="0" y="0"/>
            <a:chExt cx="3291840" cy="74973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291840" cy="749732"/>
            </a:xfrm>
            <a:custGeom>
              <a:avLst/>
              <a:gdLst/>
              <a:ahLst/>
              <a:cxnLst/>
              <a:rect r="r" b="b" t="t" l="l"/>
              <a:pathLst>
                <a:path h="74973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49732"/>
                  </a:lnTo>
                  <a:lnTo>
                    <a:pt x="0" y="7497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04" r="0" b="-2580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3291840" cy="7592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sz="2850" b="true">
                  <a:solidFill>
                    <a:srgbClr val="2638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AI-assisted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5636240" y="6281928"/>
            <a:ext cx="1042416" cy="840181"/>
            <a:chOff x="0" y="0"/>
            <a:chExt cx="1389888" cy="112024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389888" cy="1120242"/>
            </a:xfrm>
            <a:custGeom>
              <a:avLst/>
              <a:gdLst/>
              <a:ahLst/>
              <a:cxnLst/>
              <a:rect r="r" b="b" t="t" l="l"/>
              <a:pathLst>
                <a:path h="1120242" w="1389888">
                  <a:moveTo>
                    <a:pt x="0" y="0"/>
                  </a:moveTo>
                  <a:lnTo>
                    <a:pt x="1389888" y="0"/>
                  </a:lnTo>
                  <a:lnTo>
                    <a:pt x="1389888" y="1120242"/>
                  </a:lnTo>
                  <a:lnTo>
                    <a:pt x="0" y="1120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592" t="0" r="-22592" b="2980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1389888" cy="1129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191"/>
                </a:lnSpc>
              </a:pPr>
              <a:r>
                <a:rPr lang="en-US" sz="420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41</a:t>
              </a:r>
            </a:p>
          </p:txBody>
        </p:sp>
      </p:grpSp>
      <p:sp>
        <p:nvSpPr>
          <p:cNvPr name="AutoShape 79" id="79"/>
          <p:cNvSpPr/>
          <p:nvPr/>
        </p:nvSpPr>
        <p:spPr>
          <a:xfrm rot="15960">
            <a:off x="12664040" y="7648766"/>
            <a:ext cx="4106466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0" id="80"/>
          <p:cNvGrpSpPr/>
          <p:nvPr/>
        </p:nvGrpSpPr>
        <p:grpSpPr>
          <a:xfrm rot="0">
            <a:off x="12701016" y="7982712"/>
            <a:ext cx="3840480" cy="911181"/>
            <a:chOff x="0" y="0"/>
            <a:chExt cx="5120640" cy="121490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120640" cy="1214907"/>
            </a:xfrm>
            <a:custGeom>
              <a:avLst/>
              <a:gdLst/>
              <a:ahLst/>
              <a:cxnLst/>
              <a:rect r="r" b="b" t="t" l="l"/>
              <a:pathLst>
                <a:path h="1214907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14907"/>
                  </a:lnTo>
                  <a:lnTo>
                    <a:pt x="0" y="12149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77" r="0" b="-24274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5120640" cy="12244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1"/>
                </a:lnSpc>
              </a:pPr>
              <a:r>
                <a:rPr lang="en-US" sz="2550" i="true">
                  <a:solidFill>
                    <a:srgbClr val="00000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Auth: comparison pending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18972" y="9738360"/>
            <a:ext cx="13304520" cy="281803"/>
            <a:chOff x="0" y="0"/>
            <a:chExt cx="17739360" cy="375737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7739361" cy="375737"/>
            </a:xfrm>
            <a:custGeom>
              <a:avLst/>
              <a:gdLst/>
              <a:ahLst/>
              <a:cxnLst/>
              <a:rect r="r" b="b" t="t" l="l"/>
              <a:pathLst>
                <a:path h="375737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375737"/>
                  </a:lnTo>
                  <a:lnTo>
                    <a:pt x="0" y="375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3691" r="0" b="-86616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17739360" cy="38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9"/>
                </a:lnSpc>
              </a:pPr>
              <a:r>
                <a:rPr lang="en-US" b="true" sz="1439" spc="105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MUTATION TESTING - ESHOP CASE STUDY - GROUP 12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1920"/>
            <a:chOff x="0" y="0"/>
            <a:chExt cx="24408790" cy="162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62560"/>
            </a:xfrm>
            <a:custGeom>
              <a:avLst/>
              <a:gdLst/>
              <a:ahLst/>
              <a:cxnLst/>
              <a:rect r="r" b="b" t="t" l="l"/>
              <a:pathLst>
                <a:path h="16256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6782631" cy="121920"/>
            <a:chOff x="0" y="0"/>
            <a:chExt cx="22376841" cy="162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76892" cy="162560"/>
            </a:xfrm>
            <a:custGeom>
              <a:avLst/>
              <a:gdLst/>
              <a:ahLst/>
              <a:cxnLst/>
              <a:rect r="r" b="b" t="t" l="l"/>
              <a:pathLst>
                <a:path h="162560" w="22376892">
                  <a:moveTo>
                    <a:pt x="0" y="0"/>
                  </a:moveTo>
                  <a:lnTo>
                    <a:pt x="22376892" y="0"/>
                  </a:lnTo>
                  <a:lnTo>
                    <a:pt x="22376892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8299" y="566547"/>
            <a:ext cx="197358" cy="197358"/>
            <a:chOff x="0" y="0"/>
            <a:chExt cx="263144" cy="263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cubicBezTo>
                    <a:pt x="204216" y="0"/>
                    <a:pt x="263144" y="58928"/>
                    <a:pt x="263144" y="131572"/>
                  </a:cubicBezTo>
                  <a:cubicBezTo>
                    <a:pt x="263144" y="204216"/>
                    <a:pt x="204216" y="263144"/>
                    <a:pt x="131572" y="263144"/>
                  </a:cubicBezTo>
                  <a:cubicBezTo>
                    <a:pt x="58928" y="263144"/>
                    <a:pt x="0" y="204216"/>
                    <a:pt x="0" y="131572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9576" y="466344"/>
            <a:ext cx="13441680" cy="354635"/>
            <a:chOff x="0" y="0"/>
            <a:chExt cx="17922240" cy="47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22239" cy="472846"/>
            </a:xfrm>
            <a:custGeom>
              <a:avLst/>
              <a:gdLst/>
              <a:ahLst/>
              <a:cxnLst/>
              <a:rect r="r" b="b" t="t" l="l"/>
              <a:pathLst>
                <a:path h="472846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72846"/>
                  </a:lnTo>
                  <a:lnTo>
                    <a:pt x="0" y="47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193" r="0" b="-6868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922240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b="true" sz="1800" spc="165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T10  /  IMPORTANT LIMITS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256" y="1083564"/>
            <a:ext cx="16527780" cy="1193292"/>
            <a:chOff x="0" y="0"/>
            <a:chExt cx="22037040" cy="15910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37039" cy="1591056"/>
            </a:xfrm>
            <a:custGeom>
              <a:avLst/>
              <a:gdLst/>
              <a:ahLst/>
              <a:cxnLst/>
              <a:rect r="r" b="b" t="t" l="l"/>
              <a:pathLst>
                <a:path h="159105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878" r="0" b="-2198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037040" cy="1600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bigger score is not the whole truth.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3960">
            <a:off x="895721" y="9569006"/>
            <a:ext cx="16450828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6047720" y="9738360"/>
            <a:ext cx="1261872" cy="306734"/>
            <a:chOff x="0" y="0"/>
            <a:chExt cx="1682496" cy="408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2496" cy="408978"/>
            </a:xfrm>
            <a:custGeom>
              <a:avLst/>
              <a:gdLst/>
              <a:ahLst/>
              <a:cxnLst/>
              <a:rect r="r" b="b" t="t" l="l"/>
              <a:pathLst>
                <a:path h="408978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408978"/>
                  </a:lnTo>
                  <a:lnTo>
                    <a:pt x="0" y="4089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79" r="0" b="-226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682496" cy="418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6"/>
                </a:lnSpc>
              </a:pPr>
              <a:r>
                <a:rPr lang="en-US" sz="157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11 / 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0400" y="2789492"/>
            <a:ext cx="11168253" cy="1704213"/>
            <a:chOff x="0" y="0"/>
            <a:chExt cx="14891004" cy="22722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891004" cy="2272284"/>
            </a:xfrm>
            <a:custGeom>
              <a:avLst/>
              <a:gdLst/>
              <a:ahLst/>
              <a:cxnLst/>
              <a:rect r="r" b="b" t="t" l="l"/>
              <a:pathLst>
                <a:path h="2272284" w="14891004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14669263" y="0"/>
                  </a:lnTo>
                  <a:cubicBezTo>
                    <a:pt x="14791691" y="0"/>
                    <a:pt x="14891004" y="99314"/>
                    <a:pt x="14891004" y="221742"/>
                  </a:cubicBezTo>
                  <a:lnTo>
                    <a:pt x="14891004" y="2050542"/>
                  </a:lnTo>
                  <a:cubicBezTo>
                    <a:pt x="14891004" y="2172970"/>
                    <a:pt x="14791691" y="2272284"/>
                    <a:pt x="14669263" y="2272284"/>
                  </a:cubicBezTo>
                  <a:lnTo>
                    <a:pt x="221742" y="2272284"/>
                  </a:lnTo>
                  <a:cubicBezTo>
                    <a:pt x="99314" y="2272284"/>
                    <a:pt x="0" y="2172970"/>
                    <a:pt x="0" y="2050542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09447" y="2788539"/>
            <a:ext cx="238506" cy="1706118"/>
            <a:chOff x="0" y="0"/>
            <a:chExt cx="318008" cy="22748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8008" cy="2274824"/>
            </a:xfrm>
            <a:custGeom>
              <a:avLst/>
              <a:gdLst/>
              <a:ahLst/>
              <a:cxnLst/>
              <a:rect r="r" b="b" t="t" l="l"/>
              <a:pathLst>
                <a:path h="2274824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lnTo>
                    <a:pt x="318008" y="2115820"/>
                  </a:lnTo>
                  <a:cubicBezTo>
                    <a:pt x="318008" y="2203577"/>
                    <a:pt x="246761" y="2274824"/>
                    <a:pt x="159004" y="2274824"/>
                  </a:cubicBezTo>
                  <a:cubicBezTo>
                    <a:pt x="71247" y="2274824"/>
                    <a:pt x="0" y="2203577"/>
                    <a:pt x="0" y="2115820"/>
                  </a:cubicBezTo>
                  <a:close/>
                </a:path>
              </a:pathLst>
            </a:custGeom>
            <a:solidFill>
              <a:srgbClr val="E8F4F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57884" y="2962656"/>
            <a:ext cx="3634740" cy="597408"/>
            <a:chOff x="0" y="0"/>
            <a:chExt cx="4846320" cy="7965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846320" cy="796544"/>
            </a:xfrm>
            <a:custGeom>
              <a:avLst/>
              <a:gdLst/>
              <a:ahLst/>
              <a:cxnLst/>
              <a:rect r="r" b="b" t="t" l="l"/>
              <a:pathLst>
                <a:path h="796544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96544"/>
                  </a:lnTo>
                  <a:lnTo>
                    <a:pt x="0" y="796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371" r="0" b="-5872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4846320" cy="806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08"/>
                </a:lnSpc>
              </a:pPr>
              <a:r>
                <a:rPr lang="en-US" sz="300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01  TIMEOUT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57884" y="3579876"/>
            <a:ext cx="10204704" cy="617220"/>
            <a:chOff x="0" y="0"/>
            <a:chExt cx="13606272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606272" cy="822960"/>
            </a:xfrm>
            <a:custGeom>
              <a:avLst/>
              <a:gdLst/>
              <a:ahLst/>
              <a:cxnLst/>
              <a:rect r="r" b="b" t="t" l="l"/>
              <a:pathLst>
                <a:path h="822960" w="13606272">
                  <a:moveTo>
                    <a:pt x="0" y="0"/>
                  </a:moveTo>
                  <a:lnTo>
                    <a:pt x="13606272" y="0"/>
                  </a:lnTo>
                  <a:lnTo>
                    <a:pt x="13606272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152" r="0" b="-27215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3606272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sz="2850" b="true">
                  <a:solidFill>
                    <a:srgbClr val="2638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slow test is not a proven bug catch.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0400" y="4778312"/>
            <a:ext cx="11168253" cy="1704213"/>
            <a:chOff x="0" y="0"/>
            <a:chExt cx="14891004" cy="227228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891004" cy="2272284"/>
            </a:xfrm>
            <a:custGeom>
              <a:avLst/>
              <a:gdLst/>
              <a:ahLst/>
              <a:cxnLst/>
              <a:rect r="r" b="b" t="t" l="l"/>
              <a:pathLst>
                <a:path h="2272284" w="14891004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14669263" y="0"/>
                  </a:lnTo>
                  <a:cubicBezTo>
                    <a:pt x="14791691" y="0"/>
                    <a:pt x="14891004" y="99314"/>
                    <a:pt x="14891004" y="221742"/>
                  </a:cubicBezTo>
                  <a:lnTo>
                    <a:pt x="14891004" y="2050542"/>
                  </a:lnTo>
                  <a:cubicBezTo>
                    <a:pt x="14891004" y="2172970"/>
                    <a:pt x="14791691" y="2272284"/>
                    <a:pt x="14669263" y="2272284"/>
                  </a:cubicBezTo>
                  <a:lnTo>
                    <a:pt x="221742" y="2272284"/>
                  </a:lnTo>
                  <a:cubicBezTo>
                    <a:pt x="99314" y="2272284"/>
                    <a:pt x="0" y="2172970"/>
                    <a:pt x="0" y="2050542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09447" y="4777359"/>
            <a:ext cx="238506" cy="1706118"/>
            <a:chOff x="0" y="0"/>
            <a:chExt cx="318008" cy="227482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18008" cy="2274824"/>
            </a:xfrm>
            <a:custGeom>
              <a:avLst/>
              <a:gdLst/>
              <a:ahLst/>
              <a:cxnLst/>
              <a:rect r="r" b="b" t="t" l="l"/>
              <a:pathLst>
                <a:path h="2274824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lnTo>
                    <a:pt x="318008" y="2115820"/>
                  </a:lnTo>
                  <a:cubicBezTo>
                    <a:pt x="318008" y="2203577"/>
                    <a:pt x="246761" y="2274824"/>
                    <a:pt x="159004" y="2274824"/>
                  </a:cubicBezTo>
                  <a:cubicBezTo>
                    <a:pt x="71247" y="2274824"/>
                    <a:pt x="0" y="2203577"/>
                    <a:pt x="0" y="2115820"/>
                  </a:cubicBezTo>
                  <a:close/>
                </a:path>
              </a:pathLst>
            </a:custGeom>
            <a:solidFill>
              <a:srgbClr val="FFF1CD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57884" y="4951476"/>
            <a:ext cx="3634740" cy="597408"/>
            <a:chOff x="0" y="0"/>
            <a:chExt cx="4846320" cy="7965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46320" cy="796544"/>
            </a:xfrm>
            <a:custGeom>
              <a:avLst/>
              <a:gdLst/>
              <a:ahLst/>
              <a:cxnLst/>
              <a:rect r="r" b="b" t="t" l="l"/>
              <a:pathLst>
                <a:path h="796544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96544"/>
                  </a:lnTo>
                  <a:lnTo>
                    <a:pt x="0" y="796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371" r="0" b="-58729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4846320" cy="806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08"/>
                </a:lnSpc>
              </a:pPr>
              <a:r>
                <a:rPr lang="en-US" sz="300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  WRONG RULE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357884" y="5568696"/>
            <a:ext cx="10204704" cy="617220"/>
            <a:chOff x="0" y="0"/>
            <a:chExt cx="13606272" cy="822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606272" cy="822960"/>
            </a:xfrm>
            <a:custGeom>
              <a:avLst/>
              <a:gdLst/>
              <a:ahLst/>
              <a:cxnLst/>
              <a:rect r="r" b="b" t="t" l="l"/>
              <a:pathLst>
                <a:path h="822960" w="13606272">
                  <a:moveTo>
                    <a:pt x="0" y="0"/>
                  </a:moveTo>
                  <a:lnTo>
                    <a:pt x="13606272" y="0"/>
                  </a:lnTo>
                  <a:lnTo>
                    <a:pt x="13606272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152" r="0" b="-27215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3606272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sz="2850" b="true">
                  <a:solidFill>
                    <a:srgbClr val="2638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Tests can enforce bad expectations.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0400" y="6767132"/>
            <a:ext cx="11168253" cy="1704213"/>
            <a:chOff x="0" y="0"/>
            <a:chExt cx="14891004" cy="22722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891004" cy="2272284"/>
            </a:xfrm>
            <a:custGeom>
              <a:avLst/>
              <a:gdLst/>
              <a:ahLst/>
              <a:cxnLst/>
              <a:rect r="r" b="b" t="t" l="l"/>
              <a:pathLst>
                <a:path h="2272284" w="14891004">
                  <a:moveTo>
                    <a:pt x="0" y="221742"/>
                  </a:moveTo>
                  <a:cubicBezTo>
                    <a:pt x="0" y="99314"/>
                    <a:pt x="99314" y="0"/>
                    <a:pt x="221742" y="0"/>
                  </a:cubicBezTo>
                  <a:lnTo>
                    <a:pt x="14669263" y="0"/>
                  </a:lnTo>
                  <a:cubicBezTo>
                    <a:pt x="14791691" y="0"/>
                    <a:pt x="14891004" y="99314"/>
                    <a:pt x="14891004" y="221742"/>
                  </a:cubicBezTo>
                  <a:lnTo>
                    <a:pt x="14891004" y="2050542"/>
                  </a:lnTo>
                  <a:cubicBezTo>
                    <a:pt x="14891004" y="2172970"/>
                    <a:pt x="14791691" y="2272284"/>
                    <a:pt x="14669263" y="2272284"/>
                  </a:cubicBezTo>
                  <a:lnTo>
                    <a:pt x="221742" y="2272284"/>
                  </a:lnTo>
                  <a:cubicBezTo>
                    <a:pt x="99314" y="2272284"/>
                    <a:pt x="0" y="2172970"/>
                    <a:pt x="0" y="2050542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09447" y="6766179"/>
            <a:ext cx="238506" cy="1706118"/>
            <a:chOff x="0" y="0"/>
            <a:chExt cx="318008" cy="22748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8008" cy="2274824"/>
            </a:xfrm>
            <a:custGeom>
              <a:avLst/>
              <a:gdLst/>
              <a:ahLst/>
              <a:cxnLst/>
              <a:rect r="r" b="b" t="t" l="l"/>
              <a:pathLst>
                <a:path h="2274824" w="318008">
                  <a:moveTo>
                    <a:pt x="0" y="159004"/>
                  </a:moveTo>
                  <a:cubicBezTo>
                    <a:pt x="0" y="71247"/>
                    <a:pt x="71247" y="0"/>
                    <a:pt x="159004" y="0"/>
                  </a:cubicBezTo>
                  <a:cubicBezTo>
                    <a:pt x="246761" y="0"/>
                    <a:pt x="318008" y="71247"/>
                    <a:pt x="318008" y="159004"/>
                  </a:cubicBezTo>
                  <a:lnTo>
                    <a:pt x="318008" y="2115820"/>
                  </a:lnTo>
                  <a:cubicBezTo>
                    <a:pt x="318008" y="2203577"/>
                    <a:pt x="246761" y="2274824"/>
                    <a:pt x="159004" y="2274824"/>
                  </a:cubicBezTo>
                  <a:cubicBezTo>
                    <a:pt x="71247" y="2274824"/>
                    <a:pt x="0" y="2203577"/>
                    <a:pt x="0" y="2115820"/>
                  </a:cubicBezTo>
                  <a:close/>
                </a:path>
              </a:pathLst>
            </a:custGeom>
            <a:solidFill>
              <a:srgbClr val="FCE7E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57884" y="6940296"/>
            <a:ext cx="3634740" cy="597408"/>
            <a:chOff x="0" y="0"/>
            <a:chExt cx="4846320" cy="7965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46320" cy="796544"/>
            </a:xfrm>
            <a:custGeom>
              <a:avLst/>
              <a:gdLst/>
              <a:ahLst/>
              <a:cxnLst/>
              <a:rect r="r" b="b" t="t" l="l"/>
              <a:pathLst>
                <a:path h="796544" w="4846320">
                  <a:moveTo>
                    <a:pt x="0" y="0"/>
                  </a:moveTo>
                  <a:lnTo>
                    <a:pt x="4846320" y="0"/>
                  </a:lnTo>
                  <a:lnTo>
                    <a:pt x="4846320" y="796544"/>
                  </a:lnTo>
                  <a:lnTo>
                    <a:pt x="0" y="7965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371" r="0" b="-58729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4846320" cy="806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08"/>
                </a:lnSpc>
              </a:pPr>
              <a:r>
                <a:rPr lang="en-US" sz="300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  SURVIVOR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57884" y="7557516"/>
            <a:ext cx="10204704" cy="617220"/>
            <a:chOff x="0" y="0"/>
            <a:chExt cx="13606272" cy="8229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606272" cy="822960"/>
            </a:xfrm>
            <a:custGeom>
              <a:avLst/>
              <a:gdLst/>
              <a:ahLst/>
              <a:cxnLst/>
              <a:rect r="r" b="b" t="t" l="l"/>
              <a:pathLst>
                <a:path h="822960" w="13606272">
                  <a:moveTo>
                    <a:pt x="0" y="0"/>
                  </a:moveTo>
                  <a:lnTo>
                    <a:pt x="13606272" y="0"/>
                  </a:lnTo>
                  <a:lnTo>
                    <a:pt x="13606272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152" r="0" b="-27215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3606272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22"/>
                </a:lnSpc>
              </a:pPr>
              <a:r>
                <a:rPr lang="en-US" sz="2850" b="true">
                  <a:solidFill>
                    <a:srgbClr val="26384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It might be a missing test or equivalent.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444603" y="2788539"/>
            <a:ext cx="4943094" cy="5670042"/>
            <a:chOff x="0" y="0"/>
            <a:chExt cx="6590792" cy="75600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90792" cy="7560056"/>
            </a:xfrm>
            <a:custGeom>
              <a:avLst/>
              <a:gdLst/>
              <a:ahLst/>
              <a:cxnLst/>
              <a:rect r="r" b="b" t="t" l="l"/>
              <a:pathLst>
                <a:path h="7560056" w="6590792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6370447" y="0"/>
                  </a:lnTo>
                  <a:cubicBezTo>
                    <a:pt x="6492113" y="0"/>
                    <a:pt x="6590792" y="98679"/>
                    <a:pt x="6590792" y="220345"/>
                  </a:cubicBezTo>
                  <a:lnTo>
                    <a:pt x="6590792" y="7339711"/>
                  </a:lnTo>
                  <a:cubicBezTo>
                    <a:pt x="6590792" y="7461377"/>
                    <a:pt x="6492113" y="7560056"/>
                    <a:pt x="6370447" y="7560056"/>
                  </a:cubicBezTo>
                  <a:lnTo>
                    <a:pt x="220345" y="7560056"/>
                  </a:lnTo>
                  <a:cubicBezTo>
                    <a:pt x="98679" y="7560056"/>
                    <a:pt x="0" y="7461377"/>
                    <a:pt x="0" y="7339711"/>
                  </a:cubicBezTo>
                  <a:close/>
                </a:path>
              </a:pathLst>
            </a:custGeom>
            <a:solidFill>
              <a:srgbClr val="E7EDF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934188" y="2907792"/>
            <a:ext cx="4032504" cy="5404104"/>
            <a:chOff x="0" y="0"/>
            <a:chExt cx="5376672" cy="7205472"/>
          </a:xfrm>
        </p:grpSpPr>
        <p:sp>
          <p:nvSpPr>
            <p:cNvPr name="Freeform 51" id="51" descr="/mnt/data/t10_slide_assets/math_cat_portrait.jpg"/>
            <p:cNvSpPr/>
            <p:nvPr/>
          </p:nvSpPr>
          <p:spPr>
            <a:xfrm flipH="false" flipV="false" rot="0">
              <a:off x="0" y="0"/>
              <a:ext cx="5376672" cy="7205472"/>
            </a:xfrm>
            <a:custGeom>
              <a:avLst/>
              <a:gdLst/>
              <a:ahLst/>
              <a:cxnLst/>
              <a:rect r="r" b="b" t="t" l="l"/>
              <a:pathLst>
                <a:path h="7205472" w="5376672">
                  <a:moveTo>
                    <a:pt x="0" y="0"/>
                  </a:moveTo>
                  <a:lnTo>
                    <a:pt x="5376672" y="0"/>
                  </a:lnTo>
                  <a:lnTo>
                    <a:pt x="5376672" y="7205472"/>
                  </a:lnTo>
                  <a:lnTo>
                    <a:pt x="0" y="72054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16" t="0" r="-2116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44371" y="8865727"/>
            <a:ext cx="15518130" cy="499110"/>
            <a:chOff x="0" y="0"/>
            <a:chExt cx="20690840" cy="6654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690839" cy="665480"/>
            </a:xfrm>
            <a:custGeom>
              <a:avLst/>
              <a:gdLst/>
              <a:ahLst/>
              <a:cxnLst/>
              <a:rect r="r" b="b" t="t" l="l"/>
              <a:pathLst>
                <a:path h="665480" w="20690839">
                  <a:moveTo>
                    <a:pt x="0" y="228219"/>
                  </a:moveTo>
                  <a:cubicBezTo>
                    <a:pt x="0" y="102108"/>
                    <a:pt x="102108" y="0"/>
                    <a:pt x="228219" y="0"/>
                  </a:cubicBezTo>
                  <a:lnTo>
                    <a:pt x="20462621" y="0"/>
                  </a:lnTo>
                  <a:cubicBezTo>
                    <a:pt x="20588605" y="0"/>
                    <a:pt x="20690839" y="102108"/>
                    <a:pt x="20690839" y="228219"/>
                  </a:cubicBezTo>
                  <a:lnTo>
                    <a:pt x="20690839" y="437261"/>
                  </a:lnTo>
                  <a:cubicBezTo>
                    <a:pt x="20690839" y="563245"/>
                    <a:pt x="20588732" y="665480"/>
                    <a:pt x="20462621" y="665480"/>
                  </a:cubicBezTo>
                  <a:lnTo>
                    <a:pt x="228219" y="665480"/>
                  </a:lnTo>
                  <a:cubicBezTo>
                    <a:pt x="102108" y="665480"/>
                    <a:pt x="0" y="563372"/>
                    <a:pt x="0" y="437261"/>
                  </a:cubicBezTo>
                  <a:close/>
                </a:path>
              </a:pathLst>
            </a:custGeom>
            <a:solidFill>
              <a:srgbClr val="142B4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700784" y="8890063"/>
            <a:ext cx="15005304" cy="450437"/>
            <a:chOff x="0" y="0"/>
            <a:chExt cx="20007072" cy="60058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007072" cy="600583"/>
            </a:xfrm>
            <a:custGeom>
              <a:avLst/>
              <a:gdLst/>
              <a:ahLst/>
              <a:cxnLst/>
              <a:rect r="r" b="b" t="t" l="l"/>
              <a:pathLst>
                <a:path h="600583" w="20007072">
                  <a:moveTo>
                    <a:pt x="0" y="0"/>
                  </a:moveTo>
                  <a:lnTo>
                    <a:pt x="20007072" y="0"/>
                  </a:lnTo>
                  <a:lnTo>
                    <a:pt x="20007072" y="600583"/>
                  </a:lnTo>
                  <a:lnTo>
                    <a:pt x="0" y="600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947" r="0" b="-59325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20007072" cy="610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81"/>
                </a:lnSpc>
              </a:pPr>
              <a:r>
                <a:rPr lang="en-US" sz="22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gives ideas. A passing test on the original + a verified mutant kill gives evidence.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8972" y="9738360"/>
            <a:ext cx="13304520" cy="281803"/>
            <a:chOff x="0" y="0"/>
            <a:chExt cx="17739360" cy="37573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739361" cy="375737"/>
            </a:xfrm>
            <a:custGeom>
              <a:avLst/>
              <a:gdLst/>
              <a:ahLst/>
              <a:cxnLst/>
              <a:rect r="r" b="b" t="t" l="l"/>
              <a:pathLst>
                <a:path h="375737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375737"/>
                  </a:lnTo>
                  <a:lnTo>
                    <a:pt x="0" y="375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3691" r="0" b="-866169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7739360" cy="38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9"/>
                </a:lnSpc>
              </a:pPr>
              <a:r>
                <a:rPr lang="en-US" b="true" sz="1439" spc="105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MUTATION TESTING - ESHOP CASE STUDY - GROUP 12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21920"/>
            <a:chOff x="0" y="0"/>
            <a:chExt cx="24408790" cy="162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62560"/>
            </a:xfrm>
            <a:custGeom>
              <a:avLst/>
              <a:gdLst/>
              <a:ahLst/>
              <a:cxnLst/>
              <a:rect r="r" b="b" t="t" l="l"/>
              <a:pathLst>
                <a:path h="16256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EFF4F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21920"/>
            <a:chOff x="0" y="0"/>
            <a:chExt cx="24408790" cy="1625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62560"/>
            </a:xfrm>
            <a:custGeom>
              <a:avLst/>
              <a:gdLst/>
              <a:ahLst/>
              <a:cxnLst/>
              <a:rect r="r" b="b" t="t" l="l"/>
              <a:pathLst>
                <a:path h="16256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62560"/>
                  </a:lnTo>
                  <a:lnTo>
                    <a:pt x="0" y="162560"/>
                  </a:ln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68299" y="566547"/>
            <a:ext cx="197358" cy="197358"/>
            <a:chOff x="0" y="0"/>
            <a:chExt cx="263144" cy="2631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3144" cy="263144"/>
            </a:xfrm>
            <a:custGeom>
              <a:avLst/>
              <a:gdLst/>
              <a:ahLst/>
              <a:cxnLst/>
              <a:rect r="r" b="b" t="t" l="l"/>
              <a:pathLst>
                <a:path h="263144" w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cubicBezTo>
                    <a:pt x="204216" y="0"/>
                    <a:pt x="263144" y="58928"/>
                    <a:pt x="263144" y="131572"/>
                  </a:cubicBezTo>
                  <a:cubicBezTo>
                    <a:pt x="263144" y="204216"/>
                    <a:pt x="204216" y="263144"/>
                    <a:pt x="131572" y="263144"/>
                  </a:cubicBezTo>
                  <a:cubicBezTo>
                    <a:pt x="58928" y="263144"/>
                    <a:pt x="0" y="204216"/>
                    <a:pt x="0" y="131572"/>
                  </a:cubicBezTo>
                  <a:close/>
                </a:path>
              </a:pathLst>
            </a:custGeom>
            <a:solidFill>
              <a:srgbClr val="146CB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79576" y="466344"/>
            <a:ext cx="13441680" cy="354635"/>
            <a:chOff x="0" y="0"/>
            <a:chExt cx="17922240" cy="4728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922239" cy="472846"/>
            </a:xfrm>
            <a:custGeom>
              <a:avLst/>
              <a:gdLst/>
              <a:ahLst/>
              <a:cxnLst/>
              <a:rect r="r" b="b" t="t" l="l"/>
              <a:pathLst>
                <a:path h="472846" w="17922239">
                  <a:moveTo>
                    <a:pt x="0" y="0"/>
                  </a:moveTo>
                  <a:lnTo>
                    <a:pt x="17922239" y="0"/>
                  </a:lnTo>
                  <a:lnTo>
                    <a:pt x="17922239" y="472846"/>
                  </a:lnTo>
                  <a:lnTo>
                    <a:pt x="0" y="4728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0193" r="0" b="-68688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7922240" cy="4823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24"/>
                </a:lnSpc>
              </a:pPr>
              <a:r>
                <a:rPr lang="en-US" b="true" sz="1800" spc="165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T10  /  NEXT: LIVE DEMO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256" y="1083564"/>
            <a:ext cx="16527780" cy="1193292"/>
            <a:chOff x="0" y="0"/>
            <a:chExt cx="22037040" cy="15910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37039" cy="1591056"/>
            </a:xfrm>
            <a:custGeom>
              <a:avLst/>
              <a:gdLst/>
              <a:ahLst/>
              <a:cxnLst/>
              <a:rect r="r" b="b" t="t" l="l"/>
              <a:pathLst>
                <a:path h="1591056" w="22037039">
                  <a:moveTo>
                    <a:pt x="0" y="0"/>
                  </a:moveTo>
                  <a:lnTo>
                    <a:pt x="22037039" y="0"/>
                  </a:lnTo>
                  <a:lnTo>
                    <a:pt x="22037039" y="1591056"/>
                  </a:lnTo>
                  <a:lnTo>
                    <a:pt x="0" y="1591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878" r="0" b="-219878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037040" cy="16005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932"/>
                </a:lnSpc>
              </a:pPr>
              <a:r>
                <a:rPr lang="en-US" b="true" sz="4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Now watch us hunt a mutant.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3960">
            <a:off x="895721" y="9569006"/>
            <a:ext cx="16450828" cy="0"/>
          </a:xfrm>
          <a:prstGeom prst="line">
            <a:avLst/>
          </a:prstGeom>
          <a:ln cap="rnd" w="9525">
            <a:solidFill>
              <a:srgbClr val="D8E4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16047720" y="9738360"/>
            <a:ext cx="1261872" cy="306734"/>
            <a:chOff x="0" y="0"/>
            <a:chExt cx="1682496" cy="4089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82496" cy="408978"/>
            </a:xfrm>
            <a:custGeom>
              <a:avLst/>
              <a:gdLst/>
              <a:ahLst/>
              <a:cxnLst/>
              <a:rect r="r" b="b" t="t" l="l"/>
              <a:pathLst>
                <a:path h="408978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408978"/>
                  </a:lnTo>
                  <a:lnTo>
                    <a:pt x="0" y="4089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79" r="0" b="-226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682496" cy="418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46"/>
                </a:lnSpc>
              </a:pPr>
              <a:r>
                <a:rPr lang="en-US" sz="1575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12 / 12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0400" y="2679764"/>
            <a:ext cx="9782937" cy="6532245"/>
            <a:chOff x="0" y="0"/>
            <a:chExt cx="13043916" cy="87096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043788" cy="8709660"/>
            </a:xfrm>
            <a:custGeom>
              <a:avLst/>
              <a:gdLst/>
              <a:ahLst/>
              <a:cxnLst/>
              <a:rect r="r" b="b" t="t" l="l"/>
              <a:pathLst>
                <a:path h="8709660" w="13043788">
                  <a:moveTo>
                    <a:pt x="0" y="219964"/>
                  </a:moveTo>
                  <a:cubicBezTo>
                    <a:pt x="0" y="98552"/>
                    <a:pt x="98552" y="0"/>
                    <a:pt x="219964" y="0"/>
                  </a:cubicBezTo>
                  <a:lnTo>
                    <a:pt x="12823825" y="0"/>
                  </a:lnTo>
                  <a:cubicBezTo>
                    <a:pt x="12945364" y="0"/>
                    <a:pt x="13043788" y="98552"/>
                    <a:pt x="13043788" y="219964"/>
                  </a:cubicBezTo>
                  <a:lnTo>
                    <a:pt x="13043788" y="8489696"/>
                  </a:lnTo>
                  <a:cubicBezTo>
                    <a:pt x="13043788" y="8611235"/>
                    <a:pt x="12945237" y="8709660"/>
                    <a:pt x="12823825" y="8709660"/>
                  </a:cubicBezTo>
                  <a:lnTo>
                    <a:pt x="219964" y="8709660"/>
                  </a:lnTo>
                  <a:cubicBezTo>
                    <a:pt x="98552" y="8709660"/>
                    <a:pt x="0" y="8611108"/>
                    <a:pt x="0" y="8489696"/>
                  </a:cubicBezTo>
                  <a:close/>
                </a:path>
              </a:pathLst>
            </a:custGeom>
            <a:solidFill>
              <a:srgbClr val="FFFFFF"/>
            </a:solidFill>
            <a:ln w="17145" cap="sq">
              <a:solidFill>
                <a:srgbClr val="D8E4EE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412748" y="3195828"/>
            <a:ext cx="8819388" cy="1134123"/>
            <a:chOff x="0" y="0"/>
            <a:chExt cx="11759184" cy="15121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759184" cy="1512164"/>
            </a:xfrm>
            <a:custGeom>
              <a:avLst/>
              <a:gdLst/>
              <a:ahLst/>
              <a:cxnLst/>
              <a:rect r="r" b="b" t="t" l="l"/>
              <a:pathLst>
                <a:path h="1512164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1512164"/>
                  </a:lnTo>
                  <a:lnTo>
                    <a:pt x="0" y="15121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008" r="0" b="-920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1759184" cy="1531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45"/>
                </a:lnSpc>
              </a:pPr>
              <a:r>
                <a:rPr lang="en-US" b="true" sz="57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SEE IT CHANGE.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12748" y="4402836"/>
            <a:ext cx="8819388" cy="1108539"/>
            <a:chOff x="0" y="0"/>
            <a:chExt cx="11759184" cy="14780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759184" cy="1478051"/>
            </a:xfrm>
            <a:custGeom>
              <a:avLst/>
              <a:gdLst/>
              <a:ahLst/>
              <a:cxnLst/>
              <a:rect r="r" b="b" t="t" l="l"/>
              <a:pathLst>
                <a:path h="1478051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1478051"/>
                  </a:lnTo>
                  <a:lnTo>
                    <a:pt x="0" y="14780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08" r="0" b="-9523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11759184" cy="15066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59"/>
                </a:lnSpc>
              </a:pPr>
              <a:r>
                <a:rPr lang="en-US" sz="555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WATCH THE TEST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12748" y="5294376"/>
            <a:ext cx="8819388" cy="1134123"/>
            <a:chOff x="0" y="0"/>
            <a:chExt cx="11759184" cy="15121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59184" cy="1512164"/>
            </a:xfrm>
            <a:custGeom>
              <a:avLst/>
              <a:gdLst/>
              <a:ahLst/>
              <a:cxnLst/>
              <a:rect r="r" b="b" t="t" l="l"/>
              <a:pathLst>
                <a:path h="1512164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1512164"/>
                  </a:lnTo>
                  <a:lnTo>
                    <a:pt x="0" y="15121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218" r="0" b="-9082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759184" cy="15312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045"/>
                </a:lnSpc>
              </a:pPr>
              <a:r>
                <a:rPr lang="en-US" sz="5700" b="true">
                  <a:solidFill>
                    <a:srgbClr val="146CB2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CATCH IT.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3223" y="6958203"/>
            <a:ext cx="8673846" cy="1061466"/>
            <a:chOff x="0" y="0"/>
            <a:chExt cx="11565128" cy="141528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565127" cy="1415288"/>
            </a:xfrm>
            <a:custGeom>
              <a:avLst/>
              <a:gdLst/>
              <a:ahLst/>
              <a:cxnLst/>
              <a:rect r="r" b="b" t="t" l="l"/>
              <a:pathLst>
                <a:path h="1415288" w="11565127">
                  <a:moveTo>
                    <a:pt x="0" y="223520"/>
                  </a:moveTo>
                  <a:cubicBezTo>
                    <a:pt x="0" y="100076"/>
                    <a:pt x="100076" y="0"/>
                    <a:pt x="223520" y="0"/>
                  </a:cubicBezTo>
                  <a:lnTo>
                    <a:pt x="11341608" y="0"/>
                  </a:lnTo>
                  <a:cubicBezTo>
                    <a:pt x="11465051" y="0"/>
                    <a:pt x="11565127" y="100076"/>
                    <a:pt x="11565127" y="223520"/>
                  </a:cubicBezTo>
                  <a:lnTo>
                    <a:pt x="11565127" y="1191768"/>
                  </a:lnTo>
                  <a:cubicBezTo>
                    <a:pt x="11565127" y="1315212"/>
                    <a:pt x="11465051" y="1415288"/>
                    <a:pt x="11341608" y="1415288"/>
                  </a:cubicBezTo>
                  <a:lnTo>
                    <a:pt x="223520" y="1415288"/>
                  </a:lnTo>
                  <a:cubicBezTo>
                    <a:pt x="100076" y="1415288"/>
                    <a:pt x="0" y="1315212"/>
                    <a:pt x="0" y="1191768"/>
                  </a:cubicBezTo>
                  <a:close/>
                </a:path>
              </a:pathLst>
            </a:custGeom>
            <a:solidFill>
              <a:srgbClr val="E1F7EC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714500" y="7187184"/>
            <a:ext cx="8051292" cy="603504"/>
            <a:chOff x="0" y="0"/>
            <a:chExt cx="10735056" cy="8046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35056" cy="804672"/>
            </a:xfrm>
            <a:custGeom>
              <a:avLst/>
              <a:gdLst/>
              <a:ahLst/>
              <a:cxnLst/>
              <a:rect r="r" b="b" t="t" l="l"/>
              <a:pathLst>
                <a:path h="804672" w="10735056">
                  <a:moveTo>
                    <a:pt x="0" y="0"/>
                  </a:moveTo>
                  <a:lnTo>
                    <a:pt x="10735056" y="0"/>
                  </a:lnTo>
                  <a:lnTo>
                    <a:pt x="10735056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948" r="0" b="-20994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10735056" cy="8141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08"/>
                </a:lnSpc>
              </a:pPr>
              <a:r>
                <a:rPr lang="en-US" sz="3000" b="true">
                  <a:solidFill>
                    <a:srgbClr val="15865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NEXT 10 MIN: REAL TERMINAL + ESHOP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36192" y="8325612"/>
            <a:ext cx="8654796" cy="511131"/>
            <a:chOff x="0" y="0"/>
            <a:chExt cx="11539728" cy="68150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539728" cy="681507"/>
            </a:xfrm>
            <a:custGeom>
              <a:avLst/>
              <a:gdLst/>
              <a:ahLst/>
              <a:cxnLst/>
              <a:rect r="r" b="b" t="t" l="l"/>
              <a:pathLst>
                <a:path h="681507" w="11539728">
                  <a:moveTo>
                    <a:pt x="0" y="0"/>
                  </a:moveTo>
                  <a:lnTo>
                    <a:pt x="11539728" y="0"/>
                  </a:lnTo>
                  <a:lnTo>
                    <a:pt x="11539728" y="681507"/>
                  </a:lnTo>
                  <a:lnTo>
                    <a:pt x="0" y="6815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5656" r="0" b="-27421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1539728" cy="691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1"/>
                </a:lnSpc>
              </a:pPr>
              <a:r>
                <a:rPr lang="en-US" sz="255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Afterward: your turn with 5 mutants.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073003" y="2678811"/>
            <a:ext cx="6300978" cy="6534150"/>
            <a:chOff x="0" y="0"/>
            <a:chExt cx="8401304" cy="8712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401304" cy="8712200"/>
            </a:xfrm>
            <a:custGeom>
              <a:avLst/>
              <a:gdLst/>
              <a:ahLst/>
              <a:cxnLst/>
              <a:rect r="r" b="b" t="t" l="l"/>
              <a:pathLst>
                <a:path h="8712200" w="8401304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8181213" y="0"/>
                  </a:lnTo>
                  <a:cubicBezTo>
                    <a:pt x="8302752" y="0"/>
                    <a:pt x="8401304" y="98552"/>
                    <a:pt x="8401304" y="220091"/>
                  </a:cubicBezTo>
                  <a:lnTo>
                    <a:pt x="8401304" y="8492109"/>
                  </a:lnTo>
                  <a:cubicBezTo>
                    <a:pt x="8401304" y="8613648"/>
                    <a:pt x="8302752" y="8712200"/>
                    <a:pt x="8181213" y="8712200"/>
                  </a:cubicBezTo>
                  <a:lnTo>
                    <a:pt x="220091" y="8712200"/>
                  </a:lnTo>
                  <a:cubicBezTo>
                    <a:pt x="98552" y="8712200"/>
                    <a:pt x="0" y="8613648"/>
                    <a:pt x="0" y="8492109"/>
                  </a:cubicBezTo>
                  <a:close/>
                </a:path>
              </a:pathLst>
            </a:custGeom>
            <a:solidFill>
              <a:srgbClr val="E8EEF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686032" y="2825496"/>
            <a:ext cx="5047488" cy="6268212"/>
            <a:chOff x="0" y="0"/>
            <a:chExt cx="6729984" cy="8357616"/>
          </a:xfrm>
        </p:grpSpPr>
        <p:sp>
          <p:nvSpPr>
            <p:cNvPr name="Freeform 40" id="40" descr="/mnt/data/t10_slide_assets/monkey_happy_portrait.jpg"/>
            <p:cNvSpPr/>
            <p:nvPr/>
          </p:nvSpPr>
          <p:spPr>
            <a:xfrm flipH="false" flipV="false" rot="0">
              <a:off x="0" y="0"/>
              <a:ext cx="6729984" cy="8357616"/>
            </a:xfrm>
            <a:custGeom>
              <a:avLst/>
              <a:gdLst/>
              <a:ahLst/>
              <a:cxnLst/>
              <a:rect r="r" b="b" t="t" l="l"/>
              <a:pathLst>
                <a:path h="8357616" w="6729984">
                  <a:moveTo>
                    <a:pt x="0" y="0"/>
                  </a:moveTo>
                  <a:lnTo>
                    <a:pt x="6729984" y="0"/>
                  </a:lnTo>
                  <a:lnTo>
                    <a:pt x="6729984" y="8357616"/>
                  </a:lnTo>
                  <a:lnTo>
                    <a:pt x="0" y="83576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66" r="0" b="-1766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8972" y="9738360"/>
            <a:ext cx="13304520" cy="281803"/>
            <a:chOff x="0" y="0"/>
            <a:chExt cx="17739360" cy="37573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739361" cy="375737"/>
            </a:xfrm>
            <a:custGeom>
              <a:avLst/>
              <a:gdLst/>
              <a:ahLst/>
              <a:cxnLst/>
              <a:rect r="r" b="b" t="t" l="l"/>
              <a:pathLst>
                <a:path h="375737" w="17739361">
                  <a:moveTo>
                    <a:pt x="0" y="0"/>
                  </a:moveTo>
                  <a:lnTo>
                    <a:pt x="17739361" y="0"/>
                  </a:lnTo>
                  <a:lnTo>
                    <a:pt x="17739361" y="375737"/>
                  </a:lnTo>
                  <a:lnTo>
                    <a:pt x="0" y="3757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3691" r="0" b="-86616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7739360" cy="38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79"/>
                </a:lnSpc>
              </a:pPr>
              <a:r>
                <a:rPr lang="en-US" b="true" sz="1439" spc="105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MUTATION TESTING - ESHOP CASE STUDY - GROUP 12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7410" y="1034761"/>
            <a:ext cx="15373180" cy="8217477"/>
          </a:xfrm>
          <a:custGeom>
            <a:avLst/>
            <a:gdLst/>
            <a:ahLst/>
            <a:cxnLst/>
            <a:rect r="r" b="b" t="t" l="l"/>
            <a:pathLst>
              <a:path h="8217477" w="15373180">
                <a:moveTo>
                  <a:pt x="0" y="0"/>
                </a:moveTo>
                <a:lnTo>
                  <a:pt x="15373180" y="0"/>
                </a:lnTo>
                <a:lnTo>
                  <a:pt x="15373180" y="8217478"/>
                </a:lnTo>
                <a:lnTo>
                  <a:pt x="0" y="8217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31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3636" y="-19050"/>
            <a:ext cx="12080727" cy="87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6"/>
              </a:lnSpc>
              <a:spcBef>
                <a:spcPct val="0"/>
              </a:spcBef>
            </a:pPr>
            <a:r>
              <a:rPr lang="en-US" b="true" sz="566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END OF MY PRESENTATION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19942" y="9408077"/>
            <a:ext cx="8648117" cy="878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6"/>
              </a:lnSpc>
              <a:spcBef>
                <a:spcPct val="0"/>
              </a:spcBef>
            </a:pPr>
            <a:r>
              <a:rPr lang="en-US" b="true" sz="566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ANY QUESTION BRUH?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DAHYzciWJU0</dc:identifier>
  <dcterms:modified xsi:type="dcterms:W3CDTF">2011-08-01T06:04:30Z</dcterms:modified>
  <cp:revision>1</cp:revision>
  <dc:title>T10_Mutation_Testing.pptx</dc:title>
</cp:coreProperties>
</file>